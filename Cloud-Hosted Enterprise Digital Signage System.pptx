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  <p:embeddedFont>
      <p:font typeface="Noto Sans SC" panose="020B0604020202020204" charset="-128"/>
      <p:regular r:id="rId24"/>
    </p:embeddedFont>
    <p:embeddedFont>
      <p:font typeface="Quattrocento Sans" panose="020B0502050000020003" pitchFamily="34" charset="0"/>
      <p:regular r:id="rId25"/>
      <p:bold r:id="rId26"/>
    </p:embeddedFont>
    <p:embeddedFont>
      <p:font typeface="Sorts Mill Goudy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46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over_cloud_data_center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2009775"/>
            <a:ext cx="2987675" cy="387350"/>
          </a:xfrm>
          <a:custGeom>
            <a:avLst/>
            <a:gdLst/>
            <a:ahLst/>
            <a:cxnLst/>
            <a:rect l="l" t="t" r="r" b="b"/>
            <a:pathLst>
              <a:path w="2987675" h="387350">
                <a:moveTo>
                  <a:pt x="38100" y="0"/>
                </a:moveTo>
                <a:lnTo>
                  <a:pt x="2949575" y="0"/>
                </a:lnTo>
                <a:cubicBezTo>
                  <a:pt x="2970617" y="0"/>
                  <a:pt x="2987675" y="17058"/>
                  <a:pt x="2987675" y="38100"/>
                </a:cubicBezTo>
                <a:lnTo>
                  <a:pt x="2987675" y="349250"/>
                </a:lnTo>
                <a:cubicBezTo>
                  <a:pt x="2987675" y="370292"/>
                  <a:pt x="2970617" y="387350"/>
                  <a:pt x="294957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2114550"/>
            <a:ext cx="2677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Proposal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05100"/>
            <a:ext cx="66865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Cloud-Hosted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Signage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149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24000" y="51816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Multi-Subcenter Deployment Architecture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2906" y="5810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3425" y="57912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/ Google Cloud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68166" y="581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96778" y="57912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00947" y="5810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41466" y="579120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Native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6205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30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1733550"/>
            <a:ext cx="4343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Executive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37528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1000" y="4210050"/>
            <a:ext cx="4114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7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comprehensive technical roadmap covering strategic foundation, cloud architecture, platform analysis, security protocols, and phased implementation.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10150" y="381000"/>
            <a:ext cx="3276600" cy="1352550"/>
          </a:xfrm>
          <a:custGeom>
            <a:avLst/>
            <a:gdLst/>
            <a:ahLst/>
            <a:cxnLst/>
            <a:rect l="l" t="t" r="r" b="b"/>
            <a:pathLst>
              <a:path w="3276600" h="1352550">
                <a:moveTo>
                  <a:pt x="38100" y="0"/>
                </a:moveTo>
                <a:lnTo>
                  <a:pt x="3200397" y="0"/>
                </a:lnTo>
                <a:cubicBezTo>
                  <a:pt x="3242483" y="0"/>
                  <a:pt x="3276600" y="34117"/>
                  <a:pt x="3276600" y="76203"/>
                </a:cubicBezTo>
                <a:lnTo>
                  <a:pt x="3276600" y="1276347"/>
                </a:lnTo>
                <a:cubicBezTo>
                  <a:pt x="3276600" y="1318433"/>
                  <a:pt x="3242483" y="1352550"/>
                  <a:pt x="320039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10150" y="3810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57800" y="6762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86363" y="67627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57925" y="427990"/>
            <a:ext cx="19240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Strategic 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0" y="1000125"/>
            <a:ext cx="19240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0" y="381000"/>
            <a:ext cx="3276600" cy="1352550"/>
          </a:xfrm>
          <a:custGeom>
            <a:avLst/>
            <a:gdLst/>
            <a:ahLst/>
            <a:cxnLst/>
            <a:rect l="l" t="t" r="r" b="b"/>
            <a:pathLst>
              <a:path w="3276600" h="1352550">
                <a:moveTo>
                  <a:pt x="38100" y="0"/>
                </a:moveTo>
                <a:lnTo>
                  <a:pt x="3200397" y="0"/>
                </a:lnTo>
                <a:cubicBezTo>
                  <a:pt x="3242483" y="0"/>
                  <a:pt x="3276600" y="34117"/>
                  <a:pt x="3276600" y="76203"/>
                </a:cubicBezTo>
                <a:lnTo>
                  <a:pt x="3276600" y="1276347"/>
                </a:lnTo>
                <a:cubicBezTo>
                  <a:pt x="3276600" y="1318433"/>
                  <a:pt x="3242483" y="1352550"/>
                  <a:pt x="320039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34400" y="3810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82050" y="6762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10613" y="67627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72650" y="447675"/>
            <a:ext cx="19240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72650" y="1133475"/>
            <a:ext cx="18954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design and data flow patterns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10150" y="1962150"/>
            <a:ext cx="3276600" cy="1352550"/>
          </a:xfrm>
          <a:custGeom>
            <a:avLst/>
            <a:gdLst/>
            <a:ahLst/>
            <a:cxnLst/>
            <a:rect l="l" t="t" r="r" b="b"/>
            <a:pathLst>
              <a:path w="3276600" h="1352550">
                <a:moveTo>
                  <a:pt x="38100" y="0"/>
                </a:moveTo>
                <a:lnTo>
                  <a:pt x="3200397" y="0"/>
                </a:lnTo>
                <a:cubicBezTo>
                  <a:pt x="3242483" y="0"/>
                  <a:pt x="3276600" y="34117"/>
                  <a:pt x="3276600" y="76203"/>
                </a:cubicBezTo>
                <a:lnTo>
                  <a:pt x="3276600" y="1276347"/>
                </a:lnTo>
                <a:cubicBezTo>
                  <a:pt x="3276600" y="1318433"/>
                  <a:pt x="3242483" y="1352550"/>
                  <a:pt x="320039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6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10150" y="19621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0" y="22574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6363" y="225742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8400" y="2028825"/>
            <a:ext cx="19240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48400" y="2714625"/>
            <a:ext cx="18954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browser vs. native Android app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34400" y="1962150"/>
            <a:ext cx="3276600" cy="1352550"/>
          </a:xfrm>
          <a:custGeom>
            <a:avLst/>
            <a:gdLst/>
            <a:ahLst/>
            <a:cxnLst/>
            <a:rect l="l" t="t" r="r" b="b"/>
            <a:pathLst>
              <a:path w="3276600" h="1352550">
                <a:moveTo>
                  <a:pt x="38100" y="0"/>
                </a:moveTo>
                <a:lnTo>
                  <a:pt x="3200397" y="0"/>
                </a:lnTo>
                <a:cubicBezTo>
                  <a:pt x="3242483" y="0"/>
                  <a:pt x="3276600" y="34117"/>
                  <a:pt x="3276600" y="76203"/>
                </a:cubicBezTo>
                <a:lnTo>
                  <a:pt x="3276600" y="1276347"/>
                </a:lnTo>
                <a:cubicBezTo>
                  <a:pt x="3276600" y="1318433"/>
                  <a:pt x="3242483" y="1352550"/>
                  <a:pt x="320039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34400" y="19621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82050" y="22574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10613" y="225742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72650" y="2028825"/>
            <a:ext cx="19240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 &amp; Security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72650" y="2714625"/>
            <a:ext cx="18954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system, RBAC, and enterprise security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0150" y="3543300"/>
            <a:ext cx="6800850" cy="1352550"/>
          </a:xfrm>
          <a:custGeom>
            <a:avLst/>
            <a:gdLst/>
            <a:ahLst/>
            <a:cxnLst/>
            <a:rect l="l" t="t" r="r" b="b"/>
            <a:pathLst>
              <a:path w="6800850" h="1352550">
                <a:moveTo>
                  <a:pt x="38100" y="0"/>
                </a:moveTo>
                <a:lnTo>
                  <a:pt x="6724647" y="0"/>
                </a:lnTo>
                <a:cubicBezTo>
                  <a:pt x="6766733" y="0"/>
                  <a:pt x="6800850" y="34117"/>
                  <a:pt x="6800850" y="76203"/>
                </a:cubicBezTo>
                <a:lnTo>
                  <a:pt x="6800850" y="1276347"/>
                </a:lnTo>
                <a:cubicBezTo>
                  <a:pt x="6800850" y="1318433"/>
                  <a:pt x="6766733" y="1352550"/>
                  <a:pt x="672464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10150" y="35433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57800" y="3838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86363" y="383857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48400" y="3762375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48400" y="4143375"/>
            <a:ext cx="5419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stack, requirements and deployment roadmap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hapter1_strategic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1523207"/>
            <a:ext cx="1997075" cy="387350"/>
          </a:xfrm>
          <a:custGeom>
            <a:avLst/>
            <a:gdLst/>
            <a:ahLst/>
            <a:cxnLst/>
            <a:rect l="l" t="t" r="r" b="b"/>
            <a:pathLst>
              <a:path w="1997075" h="387350">
                <a:moveTo>
                  <a:pt x="38100" y="0"/>
                </a:moveTo>
                <a:lnTo>
                  <a:pt x="1958975" y="0"/>
                </a:lnTo>
                <a:cubicBezTo>
                  <a:pt x="1980017" y="0"/>
                  <a:pt x="1997075" y="17058"/>
                  <a:pt x="1997075" y="38100"/>
                </a:cubicBezTo>
                <a:lnTo>
                  <a:pt x="1997075" y="349250"/>
                </a:lnTo>
                <a:cubicBezTo>
                  <a:pt x="1997075" y="370292"/>
                  <a:pt x="1980017" y="387350"/>
                  <a:pt x="195897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1627982"/>
            <a:ext cx="16884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8532"/>
            <a:ext cx="509587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Strategic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638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4490" y="4007646"/>
            <a:ext cx="48101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Overview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kern="0" spc="58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Hierarchical Cloud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689" y="1108922"/>
            <a:ext cx="6383214" cy="4623069"/>
          </a:xfrm>
          <a:custGeom>
            <a:avLst/>
            <a:gdLst/>
            <a:ahLst/>
            <a:cxnLst/>
            <a:rect l="l" t="t" r="r" b="b"/>
            <a:pathLst>
              <a:path w="6383214" h="4623069">
                <a:moveTo>
                  <a:pt x="73738" y="0"/>
                </a:moveTo>
                <a:lnTo>
                  <a:pt x="6309476" y="0"/>
                </a:lnTo>
                <a:cubicBezTo>
                  <a:pt x="6350200" y="0"/>
                  <a:pt x="6383214" y="33014"/>
                  <a:pt x="6383214" y="73738"/>
                </a:cubicBezTo>
                <a:lnTo>
                  <a:pt x="6383214" y="4549331"/>
                </a:lnTo>
                <a:cubicBezTo>
                  <a:pt x="6383214" y="4590055"/>
                  <a:pt x="6350200" y="4623069"/>
                  <a:pt x="6309476" y="4623069"/>
                </a:cubicBezTo>
                <a:lnTo>
                  <a:pt x="73738" y="4623069"/>
                </a:lnTo>
                <a:cubicBezTo>
                  <a:pt x="33014" y="4623069"/>
                  <a:pt x="0" y="4590055"/>
                  <a:pt x="0" y="4549331"/>
                </a:cubicBezTo>
                <a:lnTo>
                  <a:pt x="0" y="73738"/>
                </a:lnTo>
                <a:cubicBezTo>
                  <a:pt x="0" y="33041"/>
                  <a:pt x="33041" y="0"/>
                  <a:pt x="73738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9069" y="1296303"/>
            <a:ext cx="610060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7500" y="1670007"/>
            <a:ext cx="5990023" cy="1234866"/>
          </a:xfrm>
          <a:custGeom>
            <a:avLst/>
            <a:gdLst/>
            <a:ahLst/>
            <a:cxnLst/>
            <a:rect l="l" t="t" r="r" b="b"/>
            <a:pathLst>
              <a:path w="5990023" h="1234866">
                <a:moveTo>
                  <a:pt x="36862" y="0"/>
                </a:moveTo>
                <a:lnTo>
                  <a:pt x="5916301" y="0"/>
                </a:lnTo>
                <a:cubicBezTo>
                  <a:pt x="5957016" y="0"/>
                  <a:pt x="5990023" y="33006"/>
                  <a:pt x="5990023" y="73722"/>
                </a:cubicBezTo>
                <a:lnTo>
                  <a:pt x="5990023" y="1161145"/>
                </a:lnTo>
                <a:cubicBezTo>
                  <a:pt x="5990023" y="1201860"/>
                  <a:pt x="5957016" y="1234866"/>
                  <a:pt x="5916301" y="1234866"/>
                </a:cubicBez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7500" y="1670007"/>
            <a:ext cx="36862" cy="1234866"/>
          </a:xfrm>
          <a:custGeom>
            <a:avLst/>
            <a:gdLst/>
            <a:ahLst/>
            <a:cxnLst/>
            <a:rect l="l" t="t" r="r" b="b"/>
            <a:pathLst>
              <a:path w="36862" h="1234866">
                <a:moveTo>
                  <a:pt x="36862" y="0"/>
                </a:moveTo>
                <a:lnTo>
                  <a:pt x="36862" y="0"/>
                </a:lnTo>
                <a:lnTo>
                  <a:pt x="36862" y="1234866"/>
                </a:ln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6516" y="1780592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9822" y="1881961"/>
            <a:ext cx="186612" cy="165878"/>
          </a:xfrm>
          <a:custGeom>
            <a:avLst/>
            <a:gdLst/>
            <a:ahLst/>
            <a:cxnLst/>
            <a:rect l="l" t="t" r="r" b="b"/>
            <a:pathLst>
              <a:path w="186612" h="165878">
                <a:moveTo>
                  <a:pt x="0" y="108857"/>
                </a:moveTo>
                <a:cubicBezTo>
                  <a:pt x="0" y="134614"/>
                  <a:pt x="20897" y="155510"/>
                  <a:pt x="46653" y="155510"/>
                </a:cubicBezTo>
                <a:lnTo>
                  <a:pt x="145143" y="155510"/>
                </a:lnTo>
                <a:cubicBezTo>
                  <a:pt x="168048" y="155510"/>
                  <a:pt x="186612" y="136946"/>
                  <a:pt x="186612" y="114041"/>
                </a:cubicBezTo>
                <a:cubicBezTo>
                  <a:pt x="186612" y="97323"/>
                  <a:pt x="176731" y="82906"/>
                  <a:pt x="162476" y="76362"/>
                </a:cubicBezTo>
                <a:cubicBezTo>
                  <a:pt x="164646" y="72118"/>
                  <a:pt x="165878" y="67291"/>
                  <a:pt x="165878" y="62204"/>
                </a:cubicBezTo>
                <a:cubicBezTo>
                  <a:pt x="165878" y="45033"/>
                  <a:pt x="151946" y="31102"/>
                  <a:pt x="134776" y="31102"/>
                </a:cubicBezTo>
                <a:cubicBezTo>
                  <a:pt x="129041" y="31102"/>
                  <a:pt x="123695" y="32657"/>
                  <a:pt x="119095" y="35346"/>
                </a:cubicBezTo>
                <a:cubicBezTo>
                  <a:pt x="111287" y="20508"/>
                  <a:pt x="95704" y="10367"/>
                  <a:pt x="77755" y="10367"/>
                </a:cubicBezTo>
                <a:cubicBezTo>
                  <a:pt x="51999" y="10367"/>
                  <a:pt x="31102" y="31264"/>
                  <a:pt x="31102" y="57020"/>
                </a:cubicBezTo>
                <a:cubicBezTo>
                  <a:pt x="31102" y="59612"/>
                  <a:pt x="31329" y="62172"/>
                  <a:pt x="31718" y="64634"/>
                </a:cubicBezTo>
                <a:cubicBezTo>
                  <a:pt x="13283" y="70854"/>
                  <a:pt x="0" y="88317"/>
                  <a:pt x="0" y="108857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5717" y="1780592"/>
            <a:ext cx="53541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Fully Cloud-Hosted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5717" y="2075485"/>
            <a:ext cx="5344943" cy="71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AWS or Google Cloud deployment eliminates on-premises infrastructure, enabling centralized management from anywhere with internet connectivity.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500" y="2988869"/>
            <a:ext cx="5990023" cy="1234866"/>
          </a:xfrm>
          <a:custGeom>
            <a:avLst/>
            <a:gdLst/>
            <a:ahLst/>
            <a:cxnLst/>
            <a:rect l="l" t="t" r="r" b="b"/>
            <a:pathLst>
              <a:path w="5990023" h="1234866">
                <a:moveTo>
                  <a:pt x="36862" y="0"/>
                </a:moveTo>
                <a:lnTo>
                  <a:pt x="5916301" y="0"/>
                </a:lnTo>
                <a:cubicBezTo>
                  <a:pt x="5957016" y="0"/>
                  <a:pt x="5990023" y="33006"/>
                  <a:pt x="5990023" y="73722"/>
                </a:cubicBezTo>
                <a:lnTo>
                  <a:pt x="5990023" y="1161145"/>
                </a:lnTo>
                <a:cubicBezTo>
                  <a:pt x="5990023" y="1201860"/>
                  <a:pt x="5957016" y="1234866"/>
                  <a:pt x="5916301" y="1234866"/>
                </a:cubicBez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7500" y="2988869"/>
            <a:ext cx="36862" cy="1234866"/>
          </a:xfrm>
          <a:custGeom>
            <a:avLst/>
            <a:gdLst/>
            <a:ahLst/>
            <a:cxnLst/>
            <a:rect l="l" t="t" r="r" b="b"/>
            <a:pathLst>
              <a:path w="36862" h="1234866">
                <a:moveTo>
                  <a:pt x="36862" y="0"/>
                </a:moveTo>
                <a:lnTo>
                  <a:pt x="36862" y="0"/>
                </a:lnTo>
                <a:lnTo>
                  <a:pt x="36862" y="1234866"/>
                </a:ln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6516" y="3099454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189" y="3200824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75325" y="1685"/>
                </a:moveTo>
                <a:cubicBezTo>
                  <a:pt x="80153" y="-551"/>
                  <a:pt x="85725" y="-551"/>
                  <a:pt x="90552" y="1685"/>
                </a:cubicBezTo>
                <a:lnTo>
                  <a:pt x="161374" y="34407"/>
                </a:lnTo>
                <a:cubicBezTo>
                  <a:pt x="164128" y="35670"/>
                  <a:pt x="165878" y="38424"/>
                  <a:pt x="165878" y="41469"/>
                </a:cubicBezTo>
                <a:cubicBezTo>
                  <a:pt x="165878" y="44515"/>
                  <a:pt x="164128" y="47269"/>
                  <a:pt x="161374" y="48532"/>
                </a:cubicBezTo>
                <a:lnTo>
                  <a:pt x="90552" y="81254"/>
                </a:lnTo>
                <a:cubicBezTo>
                  <a:pt x="85725" y="83490"/>
                  <a:pt x="80153" y="83490"/>
                  <a:pt x="75325" y="81254"/>
                </a:cubicBezTo>
                <a:lnTo>
                  <a:pt x="4503" y="48532"/>
                </a:lnTo>
                <a:cubicBezTo>
                  <a:pt x="1749" y="47236"/>
                  <a:pt x="0" y="44482"/>
                  <a:pt x="0" y="41469"/>
                </a:cubicBezTo>
                <a:cubicBezTo>
                  <a:pt x="0" y="38456"/>
                  <a:pt x="1749" y="35670"/>
                  <a:pt x="4503" y="34407"/>
                </a:cubicBezTo>
                <a:lnTo>
                  <a:pt x="75325" y="1685"/>
                </a:lnTo>
                <a:close/>
                <a:moveTo>
                  <a:pt x="15583" y="70757"/>
                </a:moveTo>
                <a:lnTo>
                  <a:pt x="68813" y="95347"/>
                </a:lnTo>
                <a:cubicBezTo>
                  <a:pt x="77788" y="99494"/>
                  <a:pt x="88122" y="99494"/>
                  <a:pt x="97097" y="95347"/>
                </a:cubicBezTo>
                <a:lnTo>
                  <a:pt x="150327" y="70757"/>
                </a:lnTo>
                <a:lnTo>
                  <a:pt x="161374" y="75876"/>
                </a:lnTo>
                <a:cubicBezTo>
                  <a:pt x="164128" y="77140"/>
                  <a:pt x="165878" y="79893"/>
                  <a:pt x="165878" y="82939"/>
                </a:cubicBezTo>
                <a:cubicBezTo>
                  <a:pt x="165878" y="85984"/>
                  <a:pt x="164128" y="88738"/>
                  <a:pt x="161374" y="90002"/>
                </a:cubicBezTo>
                <a:lnTo>
                  <a:pt x="90552" y="122723"/>
                </a:lnTo>
                <a:cubicBezTo>
                  <a:pt x="85725" y="124959"/>
                  <a:pt x="80153" y="124959"/>
                  <a:pt x="75325" y="122723"/>
                </a:cubicBezTo>
                <a:lnTo>
                  <a:pt x="4503" y="90002"/>
                </a:lnTo>
                <a:cubicBezTo>
                  <a:pt x="1749" y="88706"/>
                  <a:pt x="0" y="85952"/>
                  <a:pt x="0" y="82939"/>
                </a:cubicBezTo>
                <a:cubicBezTo>
                  <a:pt x="0" y="79926"/>
                  <a:pt x="1749" y="77140"/>
                  <a:pt x="4503" y="75876"/>
                </a:cubicBezTo>
                <a:lnTo>
                  <a:pt x="15551" y="70757"/>
                </a:lnTo>
                <a:close/>
                <a:moveTo>
                  <a:pt x="4503" y="117345"/>
                </a:moveTo>
                <a:lnTo>
                  <a:pt x="15551" y="112227"/>
                </a:lnTo>
                <a:lnTo>
                  <a:pt x="68781" y="136817"/>
                </a:lnTo>
                <a:cubicBezTo>
                  <a:pt x="77755" y="140964"/>
                  <a:pt x="88090" y="140964"/>
                  <a:pt x="97064" y="136817"/>
                </a:cubicBezTo>
                <a:lnTo>
                  <a:pt x="150294" y="112227"/>
                </a:lnTo>
                <a:lnTo>
                  <a:pt x="161342" y="117345"/>
                </a:lnTo>
                <a:cubicBezTo>
                  <a:pt x="164096" y="118609"/>
                  <a:pt x="165845" y="121363"/>
                  <a:pt x="165845" y="124408"/>
                </a:cubicBezTo>
                <a:cubicBezTo>
                  <a:pt x="165845" y="127454"/>
                  <a:pt x="164096" y="130207"/>
                  <a:pt x="161342" y="131471"/>
                </a:cubicBezTo>
                <a:lnTo>
                  <a:pt x="90520" y="164193"/>
                </a:lnTo>
                <a:cubicBezTo>
                  <a:pt x="85693" y="166428"/>
                  <a:pt x="80120" y="166428"/>
                  <a:pt x="75293" y="164193"/>
                </a:cubicBezTo>
                <a:lnTo>
                  <a:pt x="4503" y="131471"/>
                </a:lnTo>
                <a:cubicBezTo>
                  <a:pt x="1749" y="130175"/>
                  <a:pt x="0" y="127421"/>
                  <a:pt x="0" y="124408"/>
                </a:cubicBezTo>
                <a:cubicBezTo>
                  <a:pt x="0" y="121395"/>
                  <a:pt x="1749" y="118609"/>
                  <a:pt x="4503" y="11734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5717" y="3099454"/>
            <a:ext cx="53541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 Priority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5717" y="3394348"/>
            <a:ext cx="5344943" cy="71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content priority system ensures central headquarters can instantly override local subcenter content for unified corporate messaging during emergencies.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500" y="4307633"/>
            <a:ext cx="5990023" cy="1234866"/>
          </a:xfrm>
          <a:custGeom>
            <a:avLst/>
            <a:gdLst/>
            <a:ahLst/>
            <a:cxnLst/>
            <a:rect l="l" t="t" r="r" b="b"/>
            <a:pathLst>
              <a:path w="5990023" h="1234866">
                <a:moveTo>
                  <a:pt x="36862" y="0"/>
                </a:moveTo>
                <a:lnTo>
                  <a:pt x="5916301" y="0"/>
                </a:lnTo>
                <a:cubicBezTo>
                  <a:pt x="5957016" y="0"/>
                  <a:pt x="5990023" y="33006"/>
                  <a:pt x="5990023" y="73722"/>
                </a:cubicBezTo>
                <a:lnTo>
                  <a:pt x="5990023" y="1161145"/>
                </a:lnTo>
                <a:cubicBezTo>
                  <a:pt x="5990023" y="1201860"/>
                  <a:pt x="5957016" y="1234866"/>
                  <a:pt x="5916301" y="1234866"/>
                </a:cubicBez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500" y="4307633"/>
            <a:ext cx="36862" cy="1234866"/>
          </a:xfrm>
          <a:custGeom>
            <a:avLst/>
            <a:gdLst/>
            <a:ahLst/>
            <a:cxnLst/>
            <a:rect l="l" t="t" r="r" b="b"/>
            <a:pathLst>
              <a:path w="36862" h="1234866">
                <a:moveTo>
                  <a:pt x="36862" y="0"/>
                </a:moveTo>
                <a:lnTo>
                  <a:pt x="36862" y="0"/>
                </a:lnTo>
                <a:lnTo>
                  <a:pt x="36862" y="1234866"/>
                </a:lnTo>
                <a:lnTo>
                  <a:pt x="36862" y="1234866"/>
                </a:lnTo>
                <a:cubicBezTo>
                  <a:pt x="16504" y="1234866"/>
                  <a:pt x="0" y="1218363"/>
                  <a:pt x="0" y="119800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6516" y="4418218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89" y="4519587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0"/>
                </a:moveTo>
                <a:cubicBezTo>
                  <a:pt x="84429" y="0"/>
                  <a:pt x="85919" y="324"/>
                  <a:pt x="87280" y="940"/>
                </a:cubicBezTo>
                <a:lnTo>
                  <a:pt x="148318" y="26826"/>
                </a:lnTo>
                <a:cubicBezTo>
                  <a:pt x="155445" y="29839"/>
                  <a:pt x="160759" y="36869"/>
                  <a:pt x="160726" y="45357"/>
                </a:cubicBezTo>
                <a:cubicBezTo>
                  <a:pt x="160564" y="77496"/>
                  <a:pt x="147346" y="136298"/>
                  <a:pt x="91524" y="163027"/>
                </a:cubicBezTo>
                <a:cubicBezTo>
                  <a:pt x="86114" y="165618"/>
                  <a:pt x="79829" y="165618"/>
                  <a:pt x="74418" y="163027"/>
                </a:cubicBezTo>
                <a:cubicBezTo>
                  <a:pt x="18564" y="136298"/>
                  <a:pt x="5378" y="77496"/>
                  <a:pt x="5216" y="45357"/>
                </a:cubicBezTo>
                <a:cubicBezTo>
                  <a:pt x="5184" y="36869"/>
                  <a:pt x="10497" y="29839"/>
                  <a:pt x="17624" y="26826"/>
                </a:cubicBezTo>
                <a:lnTo>
                  <a:pt x="78630" y="940"/>
                </a:lnTo>
                <a:cubicBezTo>
                  <a:pt x="79991" y="324"/>
                  <a:pt x="81448" y="0"/>
                  <a:pt x="82939" y="0"/>
                </a:cubicBezTo>
                <a:close/>
                <a:moveTo>
                  <a:pt x="82939" y="21642"/>
                </a:moveTo>
                <a:lnTo>
                  <a:pt x="82939" y="144139"/>
                </a:lnTo>
                <a:cubicBezTo>
                  <a:pt x="127648" y="122497"/>
                  <a:pt x="139668" y="74548"/>
                  <a:pt x="139959" y="45843"/>
                </a:cubicBezTo>
                <a:lnTo>
                  <a:pt x="82939" y="21674"/>
                </a:lnTo>
                <a:lnTo>
                  <a:pt x="82939" y="21674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5717" y="4418218"/>
            <a:ext cx="53541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Zero-Touch 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5717" y="4713111"/>
            <a:ext cx="5344943" cy="71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Android TV app with kiosk mode ensures automated recovery, tamper-proof operation, and seamless offline playback—zero human intervention required.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07917" y="1108922"/>
            <a:ext cx="4908747" cy="2881355"/>
          </a:xfrm>
          <a:custGeom>
            <a:avLst/>
            <a:gdLst/>
            <a:ahLst/>
            <a:cxnLst/>
            <a:rect l="l" t="t" r="r" b="b"/>
            <a:pathLst>
              <a:path w="4908747" h="2881355">
                <a:moveTo>
                  <a:pt x="73734" y="0"/>
                </a:moveTo>
                <a:lnTo>
                  <a:pt x="4835013" y="0"/>
                </a:lnTo>
                <a:cubicBezTo>
                  <a:pt x="4875735" y="0"/>
                  <a:pt x="4908747" y="33012"/>
                  <a:pt x="4908747" y="73734"/>
                </a:cubicBezTo>
                <a:lnTo>
                  <a:pt x="4908747" y="2807621"/>
                </a:lnTo>
                <a:cubicBezTo>
                  <a:pt x="4908747" y="2848343"/>
                  <a:pt x="4875735" y="2881354"/>
                  <a:pt x="4835013" y="2881355"/>
                </a:cubicBezTo>
                <a:lnTo>
                  <a:pt x="73734" y="2881355"/>
                </a:lnTo>
                <a:cubicBezTo>
                  <a:pt x="33012" y="2881355"/>
                  <a:pt x="0" y="2848343"/>
                  <a:pt x="0" y="2807621"/>
                </a:cubicBezTo>
                <a:lnTo>
                  <a:pt x="0" y="73734"/>
                </a:lnTo>
                <a:cubicBezTo>
                  <a:pt x="0" y="33039"/>
                  <a:pt x="33039" y="0"/>
                  <a:pt x="73734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95297" y="1296303"/>
            <a:ext cx="462614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Components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95297" y="1664920"/>
            <a:ext cx="4533986" cy="663510"/>
          </a:xfrm>
          <a:custGeom>
            <a:avLst/>
            <a:gdLst/>
            <a:ahLst/>
            <a:cxnLst/>
            <a:rect l="l" t="t" r="r" b="b"/>
            <a:pathLst>
              <a:path w="4533986" h="663510">
                <a:moveTo>
                  <a:pt x="36865" y="0"/>
                </a:moveTo>
                <a:lnTo>
                  <a:pt x="4497122" y="0"/>
                </a:lnTo>
                <a:cubicBezTo>
                  <a:pt x="4517482" y="0"/>
                  <a:pt x="4533986" y="16505"/>
                  <a:pt x="4533986" y="36865"/>
                </a:cubicBezTo>
                <a:lnTo>
                  <a:pt x="4533986" y="626646"/>
                </a:lnTo>
                <a:cubicBezTo>
                  <a:pt x="4533986" y="647005"/>
                  <a:pt x="4517482" y="663510"/>
                  <a:pt x="4497122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05882" y="1775505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59805" y="1775505"/>
            <a:ext cx="534494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58807" y="1793936"/>
            <a:ext cx="176014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Backend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58807" y="2015106"/>
            <a:ext cx="175093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AWS/GCP • CMS • Database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95297" y="2402153"/>
            <a:ext cx="4533986" cy="663510"/>
          </a:xfrm>
          <a:custGeom>
            <a:avLst/>
            <a:gdLst/>
            <a:ahLst/>
            <a:cxnLst/>
            <a:rect l="l" t="t" r="r" b="b"/>
            <a:pathLst>
              <a:path w="4533986" h="663510">
                <a:moveTo>
                  <a:pt x="36865" y="0"/>
                </a:moveTo>
                <a:lnTo>
                  <a:pt x="4497122" y="0"/>
                </a:lnTo>
                <a:cubicBezTo>
                  <a:pt x="4517482" y="0"/>
                  <a:pt x="4533986" y="16505"/>
                  <a:pt x="4533986" y="36865"/>
                </a:cubicBezTo>
                <a:lnTo>
                  <a:pt x="4533986" y="626646"/>
                </a:lnTo>
                <a:cubicBezTo>
                  <a:pt x="4533986" y="647005"/>
                  <a:pt x="4517482" y="663510"/>
                  <a:pt x="4497122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05882" y="2512738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59805" y="2512738"/>
            <a:ext cx="534494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58807" y="2531169"/>
            <a:ext cx="151132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Web-Based CMS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58807" y="2752339"/>
            <a:ext cx="15021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Portal • Admin UI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95297" y="3139387"/>
            <a:ext cx="4533986" cy="663510"/>
          </a:xfrm>
          <a:custGeom>
            <a:avLst/>
            <a:gdLst/>
            <a:ahLst/>
            <a:cxnLst/>
            <a:rect l="l" t="t" r="r" b="b"/>
            <a:pathLst>
              <a:path w="4533986" h="663510">
                <a:moveTo>
                  <a:pt x="36865" y="0"/>
                </a:moveTo>
                <a:lnTo>
                  <a:pt x="4497122" y="0"/>
                </a:lnTo>
                <a:cubicBezTo>
                  <a:pt x="4517482" y="0"/>
                  <a:pt x="4533986" y="16505"/>
                  <a:pt x="4533986" y="36865"/>
                </a:cubicBezTo>
                <a:lnTo>
                  <a:pt x="4533986" y="626646"/>
                </a:lnTo>
                <a:cubicBezTo>
                  <a:pt x="4533986" y="647005"/>
                  <a:pt x="4517482" y="663510"/>
                  <a:pt x="4497122" y="663510"/>
                </a:cubicBezTo>
                <a:lnTo>
                  <a:pt x="36865" y="663510"/>
                </a:lnTo>
                <a:cubicBezTo>
                  <a:pt x="16505" y="663510"/>
                  <a:pt x="0" y="647005"/>
                  <a:pt x="0" y="626646"/>
                </a:cubicBezTo>
                <a:lnTo>
                  <a:pt x="0" y="36865"/>
                </a:lnTo>
                <a:cubicBezTo>
                  <a:pt x="0" y="16518"/>
                  <a:pt x="16518" y="0"/>
                  <a:pt x="368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05882" y="3249972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59805" y="3249972"/>
            <a:ext cx="534494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58807" y="3268403"/>
            <a:ext cx="1511329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Display Endpoints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58807" y="3489573"/>
            <a:ext cx="15021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• Kiosk Mode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07917" y="4107007"/>
            <a:ext cx="4908747" cy="1628057"/>
          </a:xfrm>
          <a:custGeom>
            <a:avLst/>
            <a:gdLst/>
            <a:ahLst/>
            <a:cxnLst/>
            <a:rect l="l" t="t" r="r" b="b"/>
            <a:pathLst>
              <a:path w="4908747" h="1628057">
                <a:moveTo>
                  <a:pt x="73718" y="0"/>
                </a:moveTo>
                <a:lnTo>
                  <a:pt x="4835028" y="0"/>
                </a:lnTo>
                <a:cubicBezTo>
                  <a:pt x="4875742" y="0"/>
                  <a:pt x="4908747" y="33005"/>
                  <a:pt x="4908747" y="73718"/>
                </a:cubicBezTo>
                <a:lnTo>
                  <a:pt x="4908747" y="1554339"/>
                </a:lnTo>
                <a:cubicBezTo>
                  <a:pt x="4908747" y="1595053"/>
                  <a:pt x="4875742" y="1628057"/>
                  <a:pt x="4835028" y="1628057"/>
                </a:cubicBezTo>
                <a:lnTo>
                  <a:pt x="73718" y="1628057"/>
                </a:lnTo>
                <a:cubicBezTo>
                  <a:pt x="33005" y="1628057"/>
                  <a:pt x="0" y="1595053"/>
                  <a:pt x="0" y="1554339"/>
                </a:cubicBezTo>
                <a:lnTo>
                  <a:pt x="0" y="73718"/>
                </a:lnTo>
                <a:cubicBezTo>
                  <a:pt x="0" y="33005"/>
                  <a:pt x="33005" y="0"/>
                  <a:pt x="73718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81474" y="4303601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145143" y="82939"/>
                </a:moveTo>
                <a:cubicBezTo>
                  <a:pt x="145143" y="48607"/>
                  <a:pt x="117270" y="20735"/>
                  <a:pt x="82939" y="20735"/>
                </a:cubicBezTo>
                <a:cubicBezTo>
                  <a:pt x="48607" y="20735"/>
                  <a:pt x="20735" y="48607"/>
                  <a:pt x="20735" y="82939"/>
                </a:cubicBezTo>
                <a:cubicBezTo>
                  <a:pt x="20735" y="117270"/>
                  <a:pt x="48607" y="145143"/>
                  <a:pt x="82939" y="145143"/>
                </a:cubicBezTo>
                <a:cubicBezTo>
                  <a:pt x="117270" y="145143"/>
                  <a:pt x="145143" y="117270"/>
                  <a:pt x="145143" y="82939"/>
                </a:cubicBezTo>
                <a:close/>
                <a:moveTo>
                  <a:pt x="0" y="82939"/>
                </a:moveTo>
                <a:cubicBezTo>
                  <a:pt x="0" y="37164"/>
                  <a:pt x="37164" y="0"/>
                  <a:pt x="82939" y="0"/>
                </a:cubicBezTo>
                <a:cubicBezTo>
                  <a:pt x="128714" y="0"/>
                  <a:pt x="165878" y="37164"/>
                  <a:pt x="165878" y="82939"/>
                </a:cubicBezTo>
                <a:cubicBezTo>
                  <a:pt x="165878" y="128714"/>
                  <a:pt x="128714" y="165878"/>
                  <a:pt x="82939" y="165878"/>
                </a:cubicBezTo>
                <a:cubicBezTo>
                  <a:pt x="37164" y="165878"/>
                  <a:pt x="0" y="128714"/>
                  <a:pt x="0" y="82939"/>
                </a:cubicBezTo>
                <a:close/>
                <a:moveTo>
                  <a:pt x="82939" y="108857"/>
                </a:moveTo>
                <a:cubicBezTo>
                  <a:pt x="97244" y="108857"/>
                  <a:pt x="108857" y="97244"/>
                  <a:pt x="108857" y="82939"/>
                </a:cubicBezTo>
                <a:cubicBezTo>
                  <a:pt x="108857" y="68634"/>
                  <a:pt x="97244" y="57020"/>
                  <a:pt x="82939" y="57020"/>
                </a:cubicBezTo>
                <a:cubicBezTo>
                  <a:pt x="68634" y="57020"/>
                  <a:pt x="57020" y="68634"/>
                  <a:pt x="57020" y="82939"/>
                </a:cubicBezTo>
                <a:cubicBezTo>
                  <a:pt x="57020" y="97244"/>
                  <a:pt x="68634" y="108857"/>
                  <a:pt x="82939" y="108857"/>
                </a:cubicBezTo>
                <a:close/>
                <a:moveTo>
                  <a:pt x="82939" y="36286"/>
                </a:moveTo>
                <a:cubicBezTo>
                  <a:pt x="108687" y="36286"/>
                  <a:pt x="129592" y="57190"/>
                  <a:pt x="129592" y="82939"/>
                </a:cubicBezTo>
                <a:cubicBezTo>
                  <a:pt x="129592" y="108687"/>
                  <a:pt x="108687" y="129592"/>
                  <a:pt x="82939" y="129592"/>
                </a:cubicBezTo>
                <a:cubicBezTo>
                  <a:pt x="57190" y="129592"/>
                  <a:pt x="36286" y="108687"/>
                  <a:pt x="36286" y="82939"/>
                </a:cubicBezTo>
                <a:cubicBezTo>
                  <a:pt x="36286" y="57190"/>
                  <a:pt x="57190" y="36286"/>
                  <a:pt x="82939" y="36286"/>
                </a:cubicBezTo>
                <a:close/>
                <a:moveTo>
                  <a:pt x="72571" y="82939"/>
                </a:moveTo>
                <a:cubicBezTo>
                  <a:pt x="72571" y="77217"/>
                  <a:pt x="77217" y="72571"/>
                  <a:pt x="82939" y="72571"/>
                </a:cubicBezTo>
                <a:cubicBezTo>
                  <a:pt x="88661" y="72571"/>
                  <a:pt x="93306" y="77217"/>
                  <a:pt x="93306" y="82939"/>
                </a:cubicBezTo>
                <a:cubicBezTo>
                  <a:pt x="93306" y="88661"/>
                  <a:pt x="88661" y="93306"/>
                  <a:pt x="82939" y="93306"/>
                </a:cubicBezTo>
                <a:cubicBezTo>
                  <a:pt x="77217" y="93306"/>
                  <a:pt x="72571" y="88661"/>
                  <a:pt x="72571" y="82939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70390" y="4257524"/>
            <a:ext cx="447869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76866" y="4635356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64508" y="129016"/>
                </a:moveTo>
                <a:cubicBezTo>
                  <a:pt x="100111" y="129016"/>
                  <a:pt x="129016" y="100111"/>
                  <a:pt x="129016" y="64508"/>
                </a:cubicBezTo>
                <a:cubicBezTo>
                  <a:pt x="129016" y="28905"/>
                  <a:pt x="100111" y="0"/>
                  <a:pt x="64508" y="0"/>
                </a:cubicBezTo>
                <a:cubicBezTo>
                  <a:pt x="28905" y="0"/>
                  <a:pt x="0" y="28905"/>
                  <a:pt x="0" y="64508"/>
                </a:cubicBezTo>
                <a:cubicBezTo>
                  <a:pt x="0" y="100111"/>
                  <a:pt x="28905" y="129016"/>
                  <a:pt x="64508" y="129016"/>
                </a:cubicBezTo>
                <a:close/>
                <a:moveTo>
                  <a:pt x="85775" y="53597"/>
                </a:moveTo>
                <a:lnTo>
                  <a:pt x="65617" y="85851"/>
                </a:lnTo>
                <a:cubicBezTo>
                  <a:pt x="64558" y="87539"/>
                  <a:pt x="62744" y="88598"/>
                  <a:pt x="60753" y="88698"/>
                </a:cubicBezTo>
                <a:cubicBezTo>
                  <a:pt x="58763" y="88799"/>
                  <a:pt x="56848" y="87892"/>
                  <a:pt x="55663" y="86279"/>
                </a:cubicBezTo>
                <a:lnTo>
                  <a:pt x="43568" y="70152"/>
                </a:lnTo>
                <a:cubicBezTo>
                  <a:pt x="41552" y="67481"/>
                  <a:pt x="42107" y="63702"/>
                  <a:pt x="44778" y="61686"/>
                </a:cubicBezTo>
                <a:cubicBezTo>
                  <a:pt x="47449" y="59670"/>
                  <a:pt x="51228" y="60224"/>
                  <a:pt x="53244" y="62895"/>
                </a:cubicBezTo>
                <a:lnTo>
                  <a:pt x="60048" y="71967"/>
                </a:lnTo>
                <a:lnTo>
                  <a:pt x="75520" y="47197"/>
                </a:lnTo>
                <a:cubicBezTo>
                  <a:pt x="77284" y="44374"/>
                  <a:pt x="81013" y="43492"/>
                  <a:pt x="83860" y="45282"/>
                </a:cubicBezTo>
                <a:cubicBezTo>
                  <a:pt x="86708" y="47071"/>
                  <a:pt x="87564" y="50775"/>
                  <a:pt x="85775" y="5362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93429" y="4589279"/>
            <a:ext cx="164956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central overrides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76866" y="4893388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64508" y="129016"/>
                </a:moveTo>
                <a:cubicBezTo>
                  <a:pt x="100111" y="129016"/>
                  <a:pt x="129016" y="100111"/>
                  <a:pt x="129016" y="64508"/>
                </a:cubicBezTo>
                <a:cubicBezTo>
                  <a:pt x="129016" y="28905"/>
                  <a:pt x="100111" y="0"/>
                  <a:pt x="64508" y="0"/>
                </a:cubicBezTo>
                <a:cubicBezTo>
                  <a:pt x="28905" y="0"/>
                  <a:pt x="0" y="28905"/>
                  <a:pt x="0" y="64508"/>
                </a:cubicBezTo>
                <a:cubicBezTo>
                  <a:pt x="0" y="100111"/>
                  <a:pt x="28905" y="129016"/>
                  <a:pt x="64508" y="129016"/>
                </a:cubicBezTo>
                <a:close/>
                <a:moveTo>
                  <a:pt x="85775" y="53597"/>
                </a:moveTo>
                <a:lnTo>
                  <a:pt x="65617" y="85851"/>
                </a:lnTo>
                <a:cubicBezTo>
                  <a:pt x="64558" y="87539"/>
                  <a:pt x="62744" y="88598"/>
                  <a:pt x="60753" y="88698"/>
                </a:cubicBezTo>
                <a:cubicBezTo>
                  <a:pt x="58763" y="88799"/>
                  <a:pt x="56848" y="87892"/>
                  <a:pt x="55663" y="86279"/>
                </a:cubicBezTo>
                <a:lnTo>
                  <a:pt x="43568" y="70152"/>
                </a:lnTo>
                <a:cubicBezTo>
                  <a:pt x="41552" y="67481"/>
                  <a:pt x="42107" y="63702"/>
                  <a:pt x="44778" y="61686"/>
                </a:cubicBezTo>
                <a:cubicBezTo>
                  <a:pt x="47449" y="59670"/>
                  <a:pt x="51228" y="60224"/>
                  <a:pt x="53244" y="62895"/>
                </a:cubicBezTo>
                <a:lnTo>
                  <a:pt x="60048" y="71967"/>
                </a:lnTo>
                <a:lnTo>
                  <a:pt x="75520" y="47197"/>
                </a:lnTo>
                <a:cubicBezTo>
                  <a:pt x="77284" y="44374"/>
                  <a:pt x="81013" y="43492"/>
                  <a:pt x="83860" y="45282"/>
                </a:cubicBezTo>
                <a:cubicBezTo>
                  <a:pt x="86708" y="47071"/>
                  <a:pt x="87564" y="50775"/>
                  <a:pt x="85775" y="5362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93429" y="4847311"/>
            <a:ext cx="225777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99.7% uptime with offline caching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76866" y="5151420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64508" y="129016"/>
                </a:moveTo>
                <a:cubicBezTo>
                  <a:pt x="100111" y="129016"/>
                  <a:pt x="129016" y="100111"/>
                  <a:pt x="129016" y="64508"/>
                </a:cubicBezTo>
                <a:cubicBezTo>
                  <a:pt x="129016" y="28905"/>
                  <a:pt x="100111" y="0"/>
                  <a:pt x="64508" y="0"/>
                </a:cubicBezTo>
                <a:cubicBezTo>
                  <a:pt x="28905" y="0"/>
                  <a:pt x="0" y="28905"/>
                  <a:pt x="0" y="64508"/>
                </a:cubicBezTo>
                <a:cubicBezTo>
                  <a:pt x="0" y="100111"/>
                  <a:pt x="28905" y="129016"/>
                  <a:pt x="64508" y="129016"/>
                </a:cubicBezTo>
                <a:close/>
                <a:moveTo>
                  <a:pt x="85775" y="53597"/>
                </a:moveTo>
                <a:lnTo>
                  <a:pt x="65617" y="85851"/>
                </a:lnTo>
                <a:cubicBezTo>
                  <a:pt x="64558" y="87539"/>
                  <a:pt x="62744" y="88598"/>
                  <a:pt x="60753" y="88698"/>
                </a:cubicBezTo>
                <a:cubicBezTo>
                  <a:pt x="58763" y="88799"/>
                  <a:pt x="56848" y="87892"/>
                  <a:pt x="55663" y="86279"/>
                </a:cubicBezTo>
                <a:lnTo>
                  <a:pt x="43568" y="70152"/>
                </a:lnTo>
                <a:cubicBezTo>
                  <a:pt x="41552" y="67481"/>
                  <a:pt x="42107" y="63702"/>
                  <a:pt x="44778" y="61686"/>
                </a:cubicBezTo>
                <a:cubicBezTo>
                  <a:pt x="47449" y="59670"/>
                  <a:pt x="51228" y="60224"/>
                  <a:pt x="53244" y="62895"/>
                </a:cubicBezTo>
                <a:lnTo>
                  <a:pt x="60048" y="71967"/>
                </a:lnTo>
                <a:lnTo>
                  <a:pt x="75520" y="47197"/>
                </a:lnTo>
                <a:cubicBezTo>
                  <a:pt x="77284" y="44374"/>
                  <a:pt x="81013" y="43492"/>
                  <a:pt x="83860" y="45282"/>
                </a:cubicBezTo>
                <a:cubicBezTo>
                  <a:pt x="86708" y="47071"/>
                  <a:pt x="87564" y="50775"/>
                  <a:pt x="85775" y="5362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93429" y="5105342"/>
            <a:ext cx="1815438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76866" y="5409451"/>
            <a:ext cx="129016" cy="129016"/>
          </a:xfrm>
          <a:custGeom>
            <a:avLst/>
            <a:gdLst/>
            <a:ahLst/>
            <a:cxnLst/>
            <a:rect l="l" t="t" r="r" b="b"/>
            <a:pathLst>
              <a:path w="129016" h="129016">
                <a:moveTo>
                  <a:pt x="64508" y="129016"/>
                </a:moveTo>
                <a:cubicBezTo>
                  <a:pt x="100111" y="129016"/>
                  <a:pt x="129016" y="100111"/>
                  <a:pt x="129016" y="64508"/>
                </a:cubicBezTo>
                <a:cubicBezTo>
                  <a:pt x="129016" y="28905"/>
                  <a:pt x="100111" y="0"/>
                  <a:pt x="64508" y="0"/>
                </a:cubicBezTo>
                <a:cubicBezTo>
                  <a:pt x="28905" y="0"/>
                  <a:pt x="0" y="28905"/>
                  <a:pt x="0" y="64508"/>
                </a:cubicBezTo>
                <a:cubicBezTo>
                  <a:pt x="0" y="100111"/>
                  <a:pt x="28905" y="129016"/>
                  <a:pt x="64508" y="129016"/>
                </a:cubicBezTo>
                <a:close/>
                <a:moveTo>
                  <a:pt x="85775" y="53597"/>
                </a:moveTo>
                <a:lnTo>
                  <a:pt x="65617" y="85851"/>
                </a:lnTo>
                <a:cubicBezTo>
                  <a:pt x="64558" y="87539"/>
                  <a:pt x="62744" y="88598"/>
                  <a:pt x="60753" y="88698"/>
                </a:cubicBezTo>
                <a:cubicBezTo>
                  <a:pt x="58763" y="88799"/>
                  <a:pt x="56848" y="87892"/>
                  <a:pt x="55663" y="86279"/>
                </a:cubicBezTo>
                <a:lnTo>
                  <a:pt x="43568" y="70152"/>
                </a:lnTo>
                <a:cubicBezTo>
                  <a:pt x="41552" y="67481"/>
                  <a:pt x="42107" y="63702"/>
                  <a:pt x="44778" y="61686"/>
                </a:cubicBezTo>
                <a:cubicBezTo>
                  <a:pt x="47449" y="59670"/>
                  <a:pt x="51228" y="60224"/>
                  <a:pt x="53244" y="62895"/>
                </a:cubicBezTo>
                <a:lnTo>
                  <a:pt x="60048" y="71967"/>
                </a:lnTo>
                <a:lnTo>
                  <a:pt x="75520" y="47197"/>
                </a:lnTo>
                <a:cubicBezTo>
                  <a:pt x="77284" y="44374"/>
                  <a:pt x="81013" y="43492"/>
                  <a:pt x="83860" y="45282"/>
                </a:cubicBezTo>
                <a:cubicBezTo>
                  <a:pt x="86708" y="47071"/>
                  <a:pt x="87564" y="50775"/>
                  <a:pt x="85775" y="5362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93429" y="5363374"/>
            <a:ext cx="172328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1689" y="5814930"/>
            <a:ext cx="11442479" cy="669654"/>
          </a:xfrm>
          <a:custGeom>
            <a:avLst/>
            <a:gdLst/>
            <a:ahLst/>
            <a:cxnLst/>
            <a:rect l="l" t="t" r="r" b="b"/>
            <a:pathLst>
              <a:path w="11442479" h="669654">
                <a:moveTo>
                  <a:pt x="73722" y="0"/>
                </a:moveTo>
                <a:lnTo>
                  <a:pt x="11368757" y="0"/>
                </a:lnTo>
                <a:cubicBezTo>
                  <a:pt x="11409473" y="0"/>
                  <a:pt x="11442479" y="33007"/>
                  <a:pt x="11442479" y="73722"/>
                </a:cubicBezTo>
                <a:lnTo>
                  <a:pt x="11442479" y="595932"/>
                </a:lnTo>
                <a:cubicBezTo>
                  <a:pt x="11442479" y="636647"/>
                  <a:pt x="11409473" y="669654"/>
                  <a:pt x="11368757" y="669654"/>
                </a:cubicBezTo>
                <a:lnTo>
                  <a:pt x="73722" y="669654"/>
                </a:lnTo>
                <a:cubicBezTo>
                  <a:pt x="33034" y="669654"/>
                  <a:pt x="0" y="636620"/>
                  <a:pt x="0" y="595932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17599" y="6057604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105437" y="138231"/>
                </a:moveTo>
                <a:cubicBezTo>
                  <a:pt x="108065" y="130204"/>
                  <a:pt x="113321" y="122932"/>
                  <a:pt x="119260" y="116669"/>
                </a:cubicBezTo>
                <a:cubicBezTo>
                  <a:pt x="131032" y="104285"/>
                  <a:pt x="138231" y="87546"/>
                  <a:pt x="138231" y="69116"/>
                </a:cubicBezTo>
                <a:cubicBezTo>
                  <a:pt x="138231" y="30958"/>
                  <a:pt x="107273" y="0"/>
                  <a:pt x="69116" y="0"/>
                </a:cubicBezTo>
                <a:cubicBezTo>
                  <a:pt x="30958" y="0"/>
                  <a:pt x="0" y="30958"/>
                  <a:pt x="0" y="69116"/>
                </a:cubicBezTo>
                <a:cubicBezTo>
                  <a:pt x="0" y="87546"/>
                  <a:pt x="7200" y="104285"/>
                  <a:pt x="18971" y="116669"/>
                </a:cubicBezTo>
                <a:cubicBezTo>
                  <a:pt x="24910" y="122932"/>
                  <a:pt x="30202" y="130204"/>
                  <a:pt x="32794" y="138231"/>
                </a:cubicBezTo>
                <a:lnTo>
                  <a:pt x="105401" y="138231"/>
                </a:lnTo>
                <a:close/>
                <a:moveTo>
                  <a:pt x="103673" y="155510"/>
                </a:moveTo>
                <a:lnTo>
                  <a:pt x="34558" y="155510"/>
                </a:lnTo>
                <a:lnTo>
                  <a:pt x="34558" y="161270"/>
                </a:lnTo>
                <a:cubicBezTo>
                  <a:pt x="34558" y="177181"/>
                  <a:pt x="47445" y="190068"/>
                  <a:pt x="63356" y="190068"/>
                </a:cubicBezTo>
                <a:lnTo>
                  <a:pt x="74875" y="190068"/>
                </a:lnTo>
                <a:cubicBezTo>
                  <a:pt x="90786" y="190068"/>
                  <a:pt x="103673" y="177181"/>
                  <a:pt x="103673" y="161270"/>
                </a:cubicBezTo>
                <a:lnTo>
                  <a:pt x="103673" y="155510"/>
                </a:lnTo>
                <a:close/>
                <a:moveTo>
                  <a:pt x="66236" y="40317"/>
                </a:moveTo>
                <a:cubicBezTo>
                  <a:pt x="51909" y="40317"/>
                  <a:pt x="40317" y="51909"/>
                  <a:pt x="40317" y="66236"/>
                </a:cubicBezTo>
                <a:cubicBezTo>
                  <a:pt x="40317" y="71024"/>
                  <a:pt x="36466" y="74875"/>
                  <a:pt x="31678" y="74875"/>
                </a:cubicBezTo>
                <a:cubicBezTo>
                  <a:pt x="26890" y="74875"/>
                  <a:pt x="23039" y="71024"/>
                  <a:pt x="23039" y="66236"/>
                </a:cubicBezTo>
                <a:cubicBezTo>
                  <a:pt x="23039" y="42369"/>
                  <a:pt x="42369" y="23039"/>
                  <a:pt x="66236" y="23039"/>
                </a:cubicBezTo>
                <a:cubicBezTo>
                  <a:pt x="71024" y="23039"/>
                  <a:pt x="74875" y="26890"/>
                  <a:pt x="74875" y="31678"/>
                </a:cubicBezTo>
                <a:cubicBezTo>
                  <a:pt x="74875" y="36466"/>
                  <a:pt x="71024" y="40317"/>
                  <a:pt x="66236" y="4031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1116" y="5928588"/>
            <a:ext cx="10947918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Philosophy:</a:t>
            </a:r>
            <a:r>
              <a:rPr lang="en-US" sz="116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Balance central control with local autonomy—empower subcenters with day-to-day content management while maintaining corporate oversight for critical communications.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hapter2_architectur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1523208"/>
            <a:ext cx="2025650" cy="387350"/>
          </a:xfrm>
          <a:custGeom>
            <a:avLst/>
            <a:gdLst/>
            <a:ahLst/>
            <a:cxnLst/>
            <a:rect l="l" t="t" r="r" b="b"/>
            <a:pathLst>
              <a:path w="2025650" h="387350">
                <a:moveTo>
                  <a:pt x="38100" y="0"/>
                </a:moveTo>
                <a:lnTo>
                  <a:pt x="1987550" y="0"/>
                </a:lnTo>
                <a:cubicBezTo>
                  <a:pt x="2008592" y="0"/>
                  <a:pt x="2025650" y="17058"/>
                  <a:pt x="2025650" y="38100"/>
                </a:cubicBezTo>
                <a:lnTo>
                  <a:pt x="2025650" y="349250"/>
                </a:lnTo>
                <a:cubicBezTo>
                  <a:pt x="2025650" y="370292"/>
                  <a:pt x="2008592" y="387350"/>
                  <a:pt x="1987550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1627982"/>
            <a:ext cx="17136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8534"/>
            <a:ext cx="614362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System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638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409284"/>
            <a:ext cx="5857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Design, Components,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Data Flow Patterns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kern="0" spc="56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Backend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046" y="1148781"/>
            <a:ext cx="3702954" cy="2458690"/>
          </a:xfrm>
          <a:custGeom>
            <a:avLst/>
            <a:gdLst/>
            <a:ahLst/>
            <a:cxnLst/>
            <a:rect l="l" t="t" r="r" b="b"/>
            <a:pathLst>
              <a:path w="3702954" h="2458690">
                <a:moveTo>
                  <a:pt x="71622" y="0"/>
                </a:moveTo>
                <a:lnTo>
                  <a:pt x="3631333" y="0"/>
                </a:lnTo>
                <a:cubicBezTo>
                  <a:pt x="3670888" y="0"/>
                  <a:pt x="3702954" y="32066"/>
                  <a:pt x="3702954" y="71622"/>
                </a:cubicBezTo>
                <a:lnTo>
                  <a:pt x="3702954" y="2387069"/>
                </a:lnTo>
                <a:cubicBezTo>
                  <a:pt x="3702954" y="2426624"/>
                  <a:pt x="3670888" y="2458690"/>
                  <a:pt x="3631333" y="2458690"/>
                </a:cubicBezTo>
                <a:lnTo>
                  <a:pt x="71622" y="2458690"/>
                </a:lnTo>
                <a:cubicBezTo>
                  <a:pt x="32066" y="2458690"/>
                  <a:pt x="0" y="2426624"/>
                  <a:pt x="0" y="2387069"/>
                </a:cubicBezTo>
                <a:lnTo>
                  <a:pt x="0" y="71622"/>
                </a:lnTo>
                <a:cubicBezTo>
                  <a:pt x="0" y="32093"/>
                  <a:pt x="32093" y="0"/>
                  <a:pt x="7162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3060" y="13307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4258" y="1482975"/>
            <a:ext cx="234978" cy="268546"/>
          </a:xfrm>
          <a:custGeom>
            <a:avLst/>
            <a:gdLst/>
            <a:ahLst/>
            <a:cxnLst/>
            <a:rect l="l" t="t" r="r" b="b"/>
            <a:pathLst>
              <a:path w="234978" h="268546">
                <a:moveTo>
                  <a:pt x="33568" y="16784"/>
                </a:moveTo>
                <a:cubicBezTo>
                  <a:pt x="15053" y="16784"/>
                  <a:pt x="0" y="31837"/>
                  <a:pt x="0" y="50352"/>
                </a:cubicBezTo>
                <a:lnTo>
                  <a:pt x="0" y="83921"/>
                </a:lnTo>
                <a:cubicBezTo>
                  <a:pt x="0" y="102436"/>
                  <a:pt x="15053" y="117489"/>
                  <a:pt x="33568" y="117489"/>
                </a:cubicBezTo>
                <a:lnTo>
                  <a:pt x="201410" y="117489"/>
                </a:lnTo>
                <a:cubicBezTo>
                  <a:pt x="219925" y="117489"/>
                  <a:pt x="234978" y="102436"/>
                  <a:pt x="234978" y="83921"/>
                </a:cubicBezTo>
                <a:lnTo>
                  <a:pt x="234978" y="50352"/>
                </a:lnTo>
                <a:cubicBezTo>
                  <a:pt x="234978" y="31837"/>
                  <a:pt x="219925" y="16784"/>
                  <a:pt x="201410" y="16784"/>
                </a:cubicBezTo>
                <a:lnTo>
                  <a:pt x="33568" y="16784"/>
                </a:lnTo>
                <a:close/>
                <a:moveTo>
                  <a:pt x="146861" y="54548"/>
                </a:moveTo>
                <a:cubicBezTo>
                  <a:pt x="153809" y="54548"/>
                  <a:pt x="159449" y="60189"/>
                  <a:pt x="159449" y="67137"/>
                </a:cubicBezTo>
                <a:cubicBezTo>
                  <a:pt x="159449" y="74084"/>
                  <a:pt x="153809" y="79725"/>
                  <a:pt x="146861" y="79725"/>
                </a:cubicBezTo>
                <a:cubicBezTo>
                  <a:pt x="139914" y="79725"/>
                  <a:pt x="134273" y="74084"/>
                  <a:pt x="134273" y="67137"/>
                </a:cubicBezTo>
                <a:cubicBezTo>
                  <a:pt x="134273" y="60189"/>
                  <a:pt x="139914" y="54548"/>
                  <a:pt x="146861" y="54548"/>
                </a:cubicBezTo>
                <a:close/>
                <a:moveTo>
                  <a:pt x="176233" y="67137"/>
                </a:moveTo>
                <a:cubicBezTo>
                  <a:pt x="176233" y="60189"/>
                  <a:pt x="181874" y="54548"/>
                  <a:pt x="188822" y="54548"/>
                </a:cubicBezTo>
                <a:cubicBezTo>
                  <a:pt x="195769" y="54548"/>
                  <a:pt x="201410" y="60189"/>
                  <a:pt x="201410" y="67137"/>
                </a:cubicBezTo>
                <a:cubicBezTo>
                  <a:pt x="201410" y="74084"/>
                  <a:pt x="195769" y="79725"/>
                  <a:pt x="188822" y="79725"/>
                </a:cubicBezTo>
                <a:cubicBezTo>
                  <a:pt x="181874" y="79725"/>
                  <a:pt x="176233" y="74084"/>
                  <a:pt x="176233" y="67137"/>
                </a:cubicBezTo>
                <a:close/>
                <a:moveTo>
                  <a:pt x="33568" y="151057"/>
                </a:moveTo>
                <a:cubicBezTo>
                  <a:pt x="15053" y="151057"/>
                  <a:pt x="0" y="166111"/>
                  <a:pt x="0" y="184626"/>
                </a:cubicBezTo>
                <a:lnTo>
                  <a:pt x="0" y="218194"/>
                </a:lnTo>
                <a:cubicBezTo>
                  <a:pt x="0" y="236709"/>
                  <a:pt x="15053" y="251762"/>
                  <a:pt x="33568" y="251762"/>
                </a:cubicBezTo>
                <a:lnTo>
                  <a:pt x="201410" y="251762"/>
                </a:lnTo>
                <a:cubicBezTo>
                  <a:pt x="219925" y="251762"/>
                  <a:pt x="234978" y="236709"/>
                  <a:pt x="234978" y="218194"/>
                </a:cubicBezTo>
                <a:lnTo>
                  <a:pt x="234978" y="184626"/>
                </a:lnTo>
                <a:cubicBezTo>
                  <a:pt x="234978" y="166111"/>
                  <a:pt x="219925" y="151057"/>
                  <a:pt x="201410" y="151057"/>
                </a:cubicBezTo>
                <a:lnTo>
                  <a:pt x="33568" y="151057"/>
                </a:lnTo>
                <a:close/>
                <a:moveTo>
                  <a:pt x="146861" y="188822"/>
                </a:moveTo>
                <a:cubicBezTo>
                  <a:pt x="153809" y="188822"/>
                  <a:pt x="159449" y="194462"/>
                  <a:pt x="159449" y="201410"/>
                </a:cubicBezTo>
                <a:cubicBezTo>
                  <a:pt x="159449" y="208357"/>
                  <a:pt x="153809" y="213998"/>
                  <a:pt x="146861" y="213998"/>
                </a:cubicBezTo>
                <a:cubicBezTo>
                  <a:pt x="139914" y="213998"/>
                  <a:pt x="134273" y="208357"/>
                  <a:pt x="134273" y="201410"/>
                </a:cubicBezTo>
                <a:cubicBezTo>
                  <a:pt x="134273" y="194462"/>
                  <a:pt x="139914" y="188822"/>
                  <a:pt x="146861" y="188822"/>
                </a:cubicBezTo>
                <a:close/>
                <a:moveTo>
                  <a:pt x="176233" y="201410"/>
                </a:moveTo>
                <a:cubicBezTo>
                  <a:pt x="176233" y="194462"/>
                  <a:pt x="181874" y="188822"/>
                  <a:pt x="188822" y="188822"/>
                </a:cubicBezTo>
                <a:cubicBezTo>
                  <a:pt x="195769" y="188822"/>
                  <a:pt x="201410" y="194462"/>
                  <a:pt x="201410" y="201410"/>
                </a:cubicBezTo>
                <a:cubicBezTo>
                  <a:pt x="201410" y="208357"/>
                  <a:pt x="195769" y="213998"/>
                  <a:pt x="188822" y="213998"/>
                </a:cubicBezTo>
                <a:cubicBezTo>
                  <a:pt x="181874" y="213998"/>
                  <a:pt x="176233" y="208357"/>
                  <a:pt x="176233" y="20141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3060" y="2046922"/>
            <a:ext cx="3428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3060" y="2369178"/>
            <a:ext cx="3410537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or Google Cloud infrastructure hosting CMS, user database, and media storage with auto-scaling capabilities.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060" y="3174816"/>
            <a:ext cx="1065233" cy="250643"/>
          </a:xfrm>
          <a:custGeom>
            <a:avLst/>
            <a:gdLst/>
            <a:ahLst/>
            <a:cxnLst/>
            <a:rect l="l" t="t" r="r" b="b"/>
            <a:pathLst>
              <a:path w="1065233" h="250643">
                <a:moveTo>
                  <a:pt x="35807" y="0"/>
                </a:moveTo>
                <a:lnTo>
                  <a:pt x="1029427" y="0"/>
                </a:lnTo>
                <a:cubicBezTo>
                  <a:pt x="1049202" y="0"/>
                  <a:pt x="1065233" y="16031"/>
                  <a:pt x="1065233" y="35807"/>
                </a:cubicBezTo>
                <a:lnTo>
                  <a:pt x="1065233" y="214836"/>
                </a:lnTo>
                <a:cubicBezTo>
                  <a:pt x="1065233" y="234612"/>
                  <a:pt x="1049202" y="250643"/>
                  <a:pt x="1029427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3060" y="3174816"/>
            <a:ext cx="1127894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Node.js/Python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79440" y="3174816"/>
            <a:ext cx="895154" cy="250643"/>
          </a:xfrm>
          <a:custGeom>
            <a:avLst/>
            <a:gdLst/>
            <a:ahLst/>
            <a:cxnLst/>
            <a:rect l="l" t="t" r="r" b="b"/>
            <a:pathLst>
              <a:path w="895154" h="250643">
                <a:moveTo>
                  <a:pt x="35807" y="0"/>
                </a:moveTo>
                <a:lnTo>
                  <a:pt x="859347" y="0"/>
                </a:lnTo>
                <a:cubicBezTo>
                  <a:pt x="879123" y="0"/>
                  <a:pt x="895154" y="16031"/>
                  <a:pt x="895154" y="35807"/>
                </a:cubicBezTo>
                <a:lnTo>
                  <a:pt x="895154" y="214836"/>
                </a:lnTo>
                <a:cubicBezTo>
                  <a:pt x="895154" y="234612"/>
                  <a:pt x="879123" y="250643"/>
                  <a:pt x="859347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79440" y="3174816"/>
            <a:ext cx="957815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48631" y="3174816"/>
            <a:ext cx="537093" cy="250643"/>
          </a:xfrm>
          <a:custGeom>
            <a:avLst/>
            <a:gdLst/>
            <a:ahLst/>
            <a:cxnLst/>
            <a:rect l="l" t="t" r="r" b="b"/>
            <a:pathLst>
              <a:path w="537093" h="250643">
                <a:moveTo>
                  <a:pt x="35807" y="0"/>
                </a:moveTo>
                <a:lnTo>
                  <a:pt x="501286" y="0"/>
                </a:lnTo>
                <a:cubicBezTo>
                  <a:pt x="521048" y="0"/>
                  <a:pt x="537093" y="16045"/>
                  <a:pt x="537093" y="35807"/>
                </a:cubicBezTo>
                <a:lnTo>
                  <a:pt x="537093" y="214836"/>
                </a:lnTo>
                <a:cubicBezTo>
                  <a:pt x="537093" y="234612"/>
                  <a:pt x="521061" y="250643"/>
                  <a:pt x="501286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48631" y="3174816"/>
            <a:ext cx="599753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5269" y="1148781"/>
            <a:ext cx="3702954" cy="2458690"/>
          </a:xfrm>
          <a:custGeom>
            <a:avLst/>
            <a:gdLst/>
            <a:ahLst/>
            <a:cxnLst/>
            <a:rect l="l" t="t" r="r" b="b"/>
            <a:pathLst>
              <a:path w="3702954" h="2458690">
                <a:moveTo>
                  <a:pt x="71622" y="0"/>
                </a:moveTo>
                <a:lnTo>
                  <a:pt x="3631333" y="0"/>
                </a:lnTo>
                <a:cubicBezTo>
                  <a:pt x="3670888" y="0"/>
                  <a:pt x="3702954" y="32066"/>
                  <a:pt x="3702954" y="71622"/>
                </a:cubicBezTo>
                <a:lnTo>
                  <a:pt x="3702954" y="2387069"/>
                </a:lnTo>
                <a:cubicBezTo>
                  <a:pt x="3702954" y="2426624"/>
                  <a:pt x="3670888" y="2458690"/>
                  <a:pt x="3631333" y="2458690"/>
                </a:cubicBezTo>
                <a:lnTo>
                  <a:pt x="71622" y="2458690"/>
                </a:lnTo>
                <a:cubicBezTo>
                  <a:pt x="32066" y="2458690"/>
                  <a:pt x="0" y="2426624"/>
                  <a:pt x="0" y="2387069"/>
                </a:cubicBezTo>
                <a:lnTo>
                  <a:pt x="0" y="71622"/>
                </a:lnTo>
                <a:cubicBezTo>
                  <a:pt x="0" y="32093"/>
                  <a:pt x="32093" y="0"/>
                  <a:pt x="7162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27283" y="13307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81698" y="1482975"/>
            <a:ext cx="268546" cy="268546"/>
          </a:xfrm>
          <a:custGeom>
            <a:avLst/>
            <a:gdLst/>
            <a:ahLst/>
            <a:cxnLst/>
            <a:rect l="l" t="t" r="r" b="b"/>
            <a:pathLst>
              <a:path w="268546" h="268546">
                <a:moveTo>
                  <a:pt x="33568" y="16784"/>
                </a:moveTo>
                <a:cubicBezTo>
                  <a:pt x="15053" y="16784"/>
                  <a:pt x="0" y="31837"/>
                  <a:pt x="0" y="50352"/>
                </a:cubicBezTo>
                <a:lnTo>
                  <a:pt x="0" y="184626"/>
                </a:lnTo>
                <a:cubicBezTo>
                  <a:pt x="0" y="203141"/>
                  <a:pt x="15053" y="218194"/>
                  <a:pt x="33568" y="218194"/>
                </a:cubicBezTo>
                <a:lnTo>
                  <a:pt x="109097" y="218194"/>
                </a:lnTo>
                <a:lnTo>
                  <a:pt x="100705" y="243370"/>
                </a:lnTo>
                <a:lnTo>
                  <a:pt x="62941" y="243370"/>
                </a:lnTo>
                <a:cubicBezTo>
                  <a:pt x="55965" y="243370"/>
                  <a:pt x="50352" y="248982"/>
                  <a:pt x="50352" y="255958"/>
                </a:cubicBezTo>
                <a:cubicBezTo>
                  <a:pt x="50352" y="262934"/>
                  <a:pt x="55965" y="268546"/>
                  <a:pt x="62941" y="268546"/>
                </a:cubicBezTo>
                <a:lnTo>
                  <a:pt x="205606" y="268546"/>
                </a:lnTo>
                <a:cubicBezTo>
                  <a:pt x="212582" y="268546"/>
                  <a:pt x="218194" y="262934"/>
                  <a:pt x="218194" y="255958"/>
                </a:cubicBezTo>
                <a:cubicBezTo>
                  <a:pt x="218194" y="248982"/>
                  <a:pt x="212582" y="243370"/>
                  <a:pt x="205606" y="243370"/>
                </a:cubicBezTo>
                <a:lnTo>
                  <a:pt x="167841" y="243370"/>
                </a:lnTo>
                <a:lnTo>
                  <a:pt x="159449" y="218194"/>
                </a:lnTo>
                <a:lnTo>
                  <a:pt x="234978" y="218194"/>
                </a:lnTo>
                <a:cubicBezTo>
                  <a:pt x="253493" y="218194"/>
                  <a:pt x="268546" y="203141"/>
                  <a:pt x="268546" y="184626"/>
                </a:cubicBezTo>
                <a:lnTo>
                  <a:pt x="268546" y="50352"/>
                </a:lnTo>
                <a:cubicBezTo>
                  <a:pt x="268546" y="31837"/>
                  <a:pt x="253493" y="16784"/>
                  <a:pt x="234978" y="16784"/>
                </a:cubicBezTo>
                <a:lnTo>
                  <a:pt x="33568" y="16784"/>
                </a:lnTo>
                <a:close/>
                <a:moveTo>
                  <a:pt x="50352" y="50352"/>
                </a:moveTo>
                <a:lnTo>
                  <a:pt x="218194" y="50352"/>
                </a:lnTo>
                <a:cubicBezTo>
                  <a:pt x="227478" y="50352"/>
                  <a:pt x="234978" y="57853"/>
                  <a:pt x="234978" y="67137"/>
                </a:cubicBezTo>
                <a:lnTo>
                  <a:pt x="234978" y="151057"/>
                </a:lnTo>
                <a:cubicBezTo>
                  <a:pt x="234978" y="160341"/>
                  <a:pt x="227478" y="167841"/>
                  <a:pt x="218194" y="167841"/>
                </a:cubicBezTo>
                <a:lnTo>
                  <a:pt x="50352" y="167841"/>
                </a:lnTo>
                <a:cubicBezTo>
                  <a:pt x="41069" y="167841"/>
                  <a:pt x="33568" y="160341"/>
                  <a:pt x="33568" y="151057"/>
                </a:cubicBezTo>
                <a:lnTo>
                  <a:pt x="33568" y="67137"/>
                </a:lnTo>
                <a:cubicBezTo>
                  <a:pt x="33568" y="57853"/>
                  <a:pt x="41069" y="50352"/>
                  <a:pt x="50352" y="5035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27283" y="2046922"/>
            <a:ext cx="3428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Web-Based CMS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27283" y="2369178"/>
            <a:ext cx="3410537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portal for administrators to upload media, build playlists, schedule content, and monitor device health.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7283" y="3174816"/>
            <a:ext cx="1047330" cy="250643"/>
          </a:xfrm>
          <a:custGeom>
            <a:avLst/>
            <a:gdLst/>
            <a:ahLst/>
            <a:cxnLst/>
            <a:rect l="l" t="t" r="r" b="b"/>
            <a:pathLst>
              <a:path w="1047330" h="250643">
                <a:moveTo>
                  <a:pt x="35807" y="0"/>
                </a:moveTo>
                <a:lnTo>
                  <a:pt x="1011524" y="0"/>
                </a:lnTo>
                <a:cubicBezTo>
                  <a:pt x="1031299" y="0"/>
                  <a:pt x="1047330" y="16031"/>
                  <a:pt x="1047330" y="35807"/>
                </a:cubicBezTo>
                <a:lnTo>
                  <a:pt x="1047330" y="214836"/>
                </a:lnTo>
                <a:cubicBezTo>
                  <a:pt x="1047330" y="234612"/>
                  <a:pt x="1031299" y="250643"/>
                  <a:pt x="1011524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27283" y="3174816"/>
            <a:ext cx="1109991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React.js/Vue.js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49583" y="3174816"/>
            <a:ext cx="1047330" cy="250643"/>
          </a:xfrm>
          <a:custGeom>
            <a:avLst/>
            <a:gdLst/>
            <a:ahLst/>
            <a:cxnLst/>
            <a:rect l="l" t="t" r="r" b="b"/>
            <a:pathLst>
              <a:path w="1047330" h="250643">
                <a:moveTo>
                  <a:pt x="35807" y="0"/>
                </a:moveTo>
                <a:lnTo>
                  <a:pt x="1011524" y="0"/>
                </a:lnTo>
                <a:cubicBezTo>
                  <a:pt x="1031299" y="0"/>
                  <a:pt x="1047330" y="16031"/>
                  <a:pt x="1047330" y="35807"/>
                </a:cubicBezTo>
                <a:lnTo>
                  <a:pt x="1047330" y="214836"/>
                </a:lnTo>
                <a:cubicBezTo>
                  <a:pt x="1047330" y="234612"/>
                  <a:pt x="1031299" y="250643"/>
                  <a:pt x="1011524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49583" y="3174816"/>
            <a:ext cx="1109991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1883" y="3174816"/>
            <a:ext cx="751930" cy="250643"/>
          </a:xfrm>
          <a:custGeom>
            <a:avLst/>
            <a:gdLst/>
            <a:ahLst/>
            <a:cxnLst/>
            <a:rect l="l" t="t" r="r" b="b"/>
            <a:pathLst>
              <a:path w="751930" h="250643">
                <a:moveTo>
                  <a:pt x="35807" y="0"/>
                </a:moveTo>
                <a:lnTo>
                  <a:pt x="716123" y="0"/>
                </a:lnTo>
                <a:cubicBezTo>
                  <a:pt x="735885" y="0"/>
                  <a:pt x="751930" y="16045"/>
                  <a:pt x="751930" y="35807"/>
                </a:cubicBezTo>
                <a:lnTo>
                  <a:pt x="751930" y="214836"/>
                </a:lnTo>
                <a:cubicBezTo>
                  <a:pt x="751930" y="234612"/>
                  <a:pt x="735898" y="250643"/>
                  <a:pt x="716123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1883" y="3174816"/>
            <a:ext cx="814590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9585" y="1148781"/>
            <a:ext cx="3702954" cy="2458690"/>
          </a:xfrm>
          <a:custGeom>
            <a:avLst/>
            <a:gdLst/>
            <a:ahLst/>
            <a:cxnLst/>
            <a:rect l="l" t="t" r="r" b="b"/>
            <a:pathLst>
              <a:path w="3702954" h="2458690">
                <a:moveTo>
                  <a:pt x="71622" y="0"/>
                </a:moveTo>
                <a:lnTo>
                  <a:pt x="3631333" y="0"/>
                </a:lnTo>
                <a:cubicBezTo>
                  <a:pt x="3670888" y="0"/>
                  <a:pt x="3702954" y="32066"/>
                  <a:pt x="3702954" y="71622"/>
                </a:cubicBezTo>
                <a:lnTo>
                  <a:pt x="3702954" y="2387069"/>
                </a:lnTo>
                <a:cubicBezTo>
                  <a:pt x="3702954" y="2426624"/>
                  <a:pt x="3670888" y="2458690"/>
                  <a:pt x="3631333" y="2458690"/>
                </a:cubicBezTo>
                <a:lnTo>
                  <a:pt x="71622" y="2458690"/>
                </a:lnTo>
                <a:cubicBezTo>
                  <a:pt x="32066" y="2458690"/>
                  <a:pt x="0" y="2426624"/>
                  <a:pt x="0" y="2387069"/>
                </a:cubicBezTo>
                <a:lnTo>
                  <a:pt x="0" y="71622"/>
                </a:lnTo>
                <a:cubicBezTo>
                  <a:pt x="0" y="32093"/>
                  <a:pt x="32093" y="0"/>
                  <a:pt x="71622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11600" y="13307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9230" y="1482975"/>
            <a:ext cx="302115" cy="268546"/>
          </a:xfrm>
          <a:custGeom>
            <a:avLst/>
            <a:gdLst/>
            <a:ahLst/>
            <a:cxnLst/>
            <a:rect l="l" t="t" r="r" b="b"/>
            <a:pathLst>
              <a:path w="302115" h="268546">
                <a:moveTo>
                  <a:pt x="33568" y="50352"/>
                </a:moveTo>
                <a:lnTo>
                  <a:pt x="33568" y="176233"/>
                </a:lnTo>
                <a:lnTo>
                  <a:pt x="268546" y="176233"/>
                </a:lnTo>
                <a:lnTo>
                  <a:pt x="268546" y="50352"/>
                </a:lnTo>
                <a:lnTo>
                  <a:pt x="33568" y="50352"/>
                </a:lnTo>
                <a:close/>
                <a:moveTo>
                  <a:pt x="0" y="50352"/>
                </a:moveTo>
                <a:cubicBezTo>
                  <a:pt x="0" y="31837"/>
                  <a:pt x="15053" y="16784"/>
                  <a:pt x="33568" y="16784"/>
                </a:cubicBezTo>
                <a:lnTo>
                  <a:pt x="268546" y="16784"/>
                </a:lnTo>
                <a:cubicBezTo>
                  <a:pt x="287061" y="16784"/>
                  <a:pt x="302115" y="31837"/>
                  <a:pt x="302115" y="50352"/>
                </a:cubicBezTo>
                <a:lnTo>
                  <a:pt x="302115" y="176233"/>
                </a:lnTo>
                <a:cubicBezTo>
                  <a:pt x="302115" y="194748"/>
                  <a:pt x="287061" y="209802"/>
                  <a:pt x="268546" y="209802"/>
                </a:cubicBezTo>
                <a:lnTo>
                  <a:pt x="33568" y="209802"/>
                </a:lnTo>
                <a:cubicBezTo>
                  <a:pt x="15053" y="209802"/>
                  <a:pt x="0" y="194748"/>
                  <a:pt x="0" y="176233"/>
                </a:cubicBezTo>
                <a:lnTo>
                  <a:pt x="0" y="50352"/>
                </a:lnTo>
                <a:close/>
                <a:moveTo>
                  <a:pt x="83921" y="234978"/>
                </a:moveTo>
                <a:lnTo>
                  <a:pt x="218194" y="234978"/>
                </a:lnTo>
                <a:cubicBezTo>
                  <a:pt x="227478" y="234978"/>
                  <a:pt x="234978" y="242478"/>
                  <a:pt x="234978" y="251762"/>
                </a:cubicBezTo>
                <a:cubicBezTo>
                  <a:pt x="234978" y="261046"/>
                  <a:pt x="227478" y="268546"/>
                  <a:pt x="218194" y="268546"/>
                </a:cubicBezTo>
                <a:lnTo>
                  <a:pt x="83921" y="268546"/>
                </a:lnTo>
                <a:cubicBezTo>
                  <a:pt x="74637" y="268546"/>
                  <a:pt x="67137" y="261046"/>
                  <a:pt x="67137" y="251762"/>
                </a:cubicBezTo>
                <a:cubicBezTo>
                  <a:pt x="67137" y="242478"/>
                  <a:pt x="74637" y="234978"/>
                  <a:pt x="83921" y="234978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11600" y="2046922"/>
            <a:ext cx="3428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Display Endpoints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11600" y="2369178"/>
            <a:ext cx="3410537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TVs at subcenters acting as digital receivers with offline caching and kiosk mode operation.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1600" y="3174816"/>
            <a:ext cx="930960" cy="250643"/>
          </a:xfrm>
          <a:custGeom>
            <a:avLst/>
            <a:gdLst/>
            <a:ahLst/>
            <a:cxnLst/>
            <a:rect l="l" t="t" r="r" b="b"/>
            <a:pathLst>
              <a:path w="930960" h="250643">
                <a:moveTo>
                  <a:pt x="35807" y="0"/>
                </a:moveTo>
                <a:lnTo>
                  <a:pt x="895153" y="0"/>
                </a:lnTo>
                <a:cubicBezTo>
                  <a:pt x="914929" y="0"/>
                  <a:pt x="930960" y="16031"/>
                  <a:pt x="930960" y="35807"/>
                </a:cubicBezTo>
                <a:lnTo>
                  <a:pt x="930960" y="214836"/>
                </a:lnTo>
                <a:cubicBezTo>
                  <a:pt x="930960" y="234612"/>
                  <a:pt x="914929" y="250643"/>
                  <a:pt x="895153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11600" y="3174816"/>
            <a:ext cx="993621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9.0+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12308" y="3174816"/>
            <a:ext cx="868300" cy="250643"/>
          </a:xfrm>
          <a:custGeom>
            <a:avLst/>
            <a:gdLst/>
            <a:ahLst/>
            <a:cxnLst/>
            <a:rect l="l" t="t" r="r" b="b"/>
            <a:pathLst>
              <a:path w="868300" h="250643">
                <a:moveTo>
                  <a:pt x="35807" y="0"/>
                </a:moveTo>
                <a:lnTo>
                  <a:pt x="832493" y="0"/>
                </a:lnTo>
                <a:cubicBezTo>
                  <a:pt x="852268" y="0"/>
                  <a:pt x="868300" y="16031"/>
                  <a:pt x="868300" y="35807"/>
                </a:cubicBezTo>
                <a:lnTo>
                  <a:pt x="868300" y="214836"/>
                </a:lnTo>
                <a:cubicBezTo>
                  <a:pt x="868300" y="234612"/>
                  <a:pt x="852268" y="250643"/>
                  <a:pt x="832493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12308" y="3174816"/>
            <a:ext cx="930960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253526" y="3174816"/>
            <a:ext cx="1011524" cy="250643"/>
          </a:xfrm>
          <a:custGeom>
            <a:avLst/>
            <a:gdLst/>
            <a:ahLst/>
            <a:cxnLst/>
            <a:rect l="l" t="t" r="r" b="b"/>
            <a:pathLst>
              <a:path w="1011524" h="250643">
                <a:moveTo>
                  <a:pt x="35807" y="0"/>
                </a:moveTo>
                <a:lnTo>
                  <a:pt x="975717" y="0"/>
                </a:lnTo>
                <a:cubicBezTo>
                  <a:pt x="995493" y="0"/>
                  <a:pt x="1011524" y="16031"/>
                  <a:pt x="1011524" y="35807"/>
                </a:cubicBezTo>
                <a:lnTo>
                  <a:pt x="1011524" y="214836"/>
                </a:lnTo>
                <a:cubicBezTo>
                  <a:pt x="1011524" y="234612"/>
                  <a:pt x="995493" y="250643"/>
                  <a:pt x="975717" y="250643"/>
                </a:cubicBezTo>
                <a:lnTo>
                  <a:pt x="35807" y="250643"/>
                </a:lnTo>
                <a:cubicBezTo>
                  <a:pt x="16045" y="250643"/>
                  <a:pt x="0" y="234599"/>
                  <a:pt x="0" y="214836"/>
                </a:cubicBezTo>
                <a:lnTo>
                  <a:pt x="0" y="35807"/>
                </a:lnTo>
                <a:cubicBezTo>
                  <a:pt x="0" y="16031"/>
                  <a:pt x="16031" y="0"/>
                  <a:pt x="35807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253526" y="3174816"/>
            <a:ext cx="1074185" cy="250643"/>
          </a:xfrm>
          <a:prstGeom prst="rect">
            <a:avLst/>
          </a:prstGeom>
          <a:noFill/>
          <a:ln/>
        </p:spPr>
        <p:txBody>
          <a:bodyPr wrap="square" lIns="107419" tIns="35806" rIns="107419" bIns="35806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8GB+ Storage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1046" y="3756665"/>
            <a:ext cx="11463941" cy="2154338"/>
          </a:xfrm>
          <a:custGeom>
            <a:avLst/>
            <a:gdLst/>
            <a:ahLst/>
            <a:cxnLst/>
            <a:rect l="l" t="t" r="r" b="b"/>
            <a:pathLst>
              <a:path w="11463941" h="2154338">
                <a:moveTo>
                  <a:pt x="71610" y="0"/>
                </a:moveTo>
                <a:lnTo>
                  <a:pt x="11392331" y="0"/>
                </a:lnTo>
                <a:cubicBezTo>
                  <a:pt x="11431880" y="0"/>
                  <a:pt x="11463941" y="32061"/>
                  <a:pt x="11463941" y="71610"/>
                </a:cubicBezTo>
                <a:lnTo>
                  <a:pt x="11463941" y="2082728"/>
                </a:lnTo>
                <a:cubicBezTo>
                  <a:pt x="11463941" y="2122277"/>
                  <a:pt x="11431880" y="2154338"/>
                  <a:pt x="11392331" y="2154338"/>
                </a:cubicBezTo>
                <a:lnTo>
                  <a:pt x="71610" y="2154338"/>
                </a:lnTo>
                <a:cubicBezTo>
                  <a:pt x="32061" y="2154338"/>
                  <a:pt x="0" y="2122277"/>
                  <a:pt x="0" y="2082728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3060" y="3938678"/>
            <a:ext cx="11189427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Three-Tier Architecture Benefits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3060" y="433254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9430" y="4439965"/>
            <a:ext cx="125322" cy="143225"/>
          </a:xfrm>
          <a:custGeom>
            <a:avLst/>
            <a:gdLst/>
            <a:ahLst/>
            <a:cxnLst/>
            <a:rect l="l" t="t" r="r" b="b"/>
            <a:pathLst>
              <a:path w="125322" h="143225">
                <a:moveTo>
                  <a:pt x="46996" y="8952"/>
                </a:moveTo>
                <a:lnTo>
                  <a:pt x="6714" y="8952"/>
                </a:lnTo>
                <a:cubicBezTo>
                  <a:pt x="2993" y="8952"/>
                  <a:pt x="0" y="11945"/>
                  <a:pt x="0" y="15665"/>
                </a:cubicBezTo>
                <a:lnTo>
                  <a:pt x="0" y="55947"/>
                </a:lnTo>
                <a:cubicBezTo>
                  <a:pt x="0" y="58661"/>
                  <a:pt x="1622" y="61122"/>
                  <a:pt x="4140" y="62157"/>
                </a:cubicBezTo>
                <a:cubicBezTo>
                  <a:pt x="6658" y="63192"/>
                  <a:pt x="9539" y="62605"/>
                  <a:pt x="11469" y="60703"/>
                </a:cubicBezTo>
                <a:lnTo>
                  <a:pt x="22659" y="49513"/>
                </a:lnTo>
                <a:lnTo>
                  <a:pt x="44758" y="71612"/>
                </a:lnTo>
                <a:lnTo>
                  <a:pt x="22659" y="93711"/>
                </a:lnTo>
                <a:lnTo>
                  <a:pt x="11469" y="82522"/>
                </a:lnTo>
                <a:cubicBezTo>
                  <a:pt x="9539" y="80592"/>
                  <a:pt x="6658" y="80032"/>
                  <a:pt x="4140" y="81067"/>
                </a:cubicBezTo>
                <a:cubicBezTo>
                  <a:pt x="1622" y="82102"/>
                  <a:pt x="0" y="84564"/>
                  <a:pt x="0" y="87278"/>
                </a:cubicBezTo>
                <a:lnTo>
                  <a:pt x="0" y="127559"/>
                </a:lnTo>
                <a:cubicBezTo>
                  <a:pt x="0" y="131280"/>
                  <a:pt x="2993" y="134273"/>
                  <a:pt x="6714" y="134273"/>
                </a:cubicBezTo>
                <a:lnTo>
                  <a:pt x="46996" y="134273"/>
                </a:lnTo>
                <a:cubicBezTo>
                  <a:pt x="49709" y="134273"/>
                  <a:pt x="52171" y="132651"/>
                  <a:pt x="53206" y="130133"/>
                </a:cubicBezTo>
                <a:cubicBezTo>
                  <a:pt x="54241" y="127615"/>
                  <a:pt x="53681" y="124734"/>
                  <a:pt x="51751" y="122804"/>
                </a:cubicBezTo>
                <a:lnTo>
                  <a:pt x="40562" y="111615"/>
                </a:lnTo>
                <a:lnTo>
                  <a:pt x="62661" y="89515"/>
                </a:lnTo>
                <a:lnTo>
                  <a:pt x="84760" y="111615"/>
                </a:lnTo>
                <a:lnTo>
                  <a:pt x="73570" y="122804"/>
                </a:lnTo>
                <a:cubicBezTo>
                  <a:pt x="71640" y="124734"/>
                  <a:pt x="71081" y="127615"/>
                  <a:pt x="72116" y="130133"/>
                </a:cubicBezTo>
                <a:cubicBezTo>
                  <a:pt x="73151" y="132651"/>
                  <a:pt x="75613" y="134273"/>
                  <a:pt x="78326" y="134273"/>
                </a:cubicBezTo>
                <a:lnTo>
                  <a:pt x="118608" y="134273"/>
                </a:lnTo>
                <a:cubicBezTo>
                  <a:pt x="122328" y="134273"/>
                  <a:pt x="125322" y="131280"/>
                  <a:pt x="125322" y="127559"/>
                </a:cubicBezTo>
                <a:lnTo>
                  <a:pt x="125322" y="87278"/>
                </a:lnTo>
                <a:cubicBezTo>
                  <a:pt x="125322" y="84564"/>
                  <a:pt x="123699" y="82102"/>
                  <a:pt x="121181" y="81067"/>
                </a:cubicBezTo>
                <a:cubicBezTo>
                  <a:pt x="118664" y="80032"/>
                  <a:pt x="115783" y="80592"/>
                  <a:pt x="113852" y="82522"/>
                </a:cubicBezTo>
                <a:lnTo>
                  <a:pt x="102663" y="93711"/>
                </a:lnTo>
                <a:lnTo>
                  <a:pt x="80564" y="71612"/>
                </a:lnTo>
                <a:lnTo>
                  <a:pt x="102663" y="49513"/>
                </a:lnTo>
                <a:lnTo>
                  <a:pt x="113852" y="60703"/>
                </a:lnTo>
                <a:cubicBezTo>
                  <a:pt x="115783" y="62633"/>
                  <a:pt x="118664" y="63192"/>
                  <a:pt x="121181" y="62157"/>
                </a:cubicBezTo>
                <a:cubicBezTo>
                  <a:pt x="123699" y="61122"/>
                  <a:pt x="125322" y="58661"/>
                  <a:pt x="125322" y="55947"/>
                </a:cubicBezTo>
                <a:lnTo>
                  <a:pt x="125322" y="15665"/>
                </a:lnTo>
                <a:cubicBezTo>
                  <a:pt x="125322" y="11945"/>
                  <a:pt x="122328" y="8952"/>
                  <a:pt x="118608" y="8952"/>
                </a:cubicBezTo>
                <a:lnTo>
                  <a:pt x="78326" y="8952"/>
                </a:lnTo>
                <a:cubicBezTo>
                  <a:pt x="75613" y="8952"/>
                  <a:pt x="73151" y="10574"/>
                  <a:pt x="72116" y="13092"/>
                </a:cubicBezTo>
                <a:cubicBezTo>
                  <a:pt x="71081" y="15609"/>
                  <a:pt x="71668" y="18491"/>
                  <a:pt x="73570" y="20421"/>
                </a:cubicBezTo>
                <a:lnTo>
                  <a:pt x="84760" y="31610"/>
                </a:lnTo>
                <a:lnTo>
                  <a:pt x="62661" y="53709"/>
                </a:lnTo>
                <a:lnTo>
                  <a:pt x="40562" y="31610"/>
                </a:lnTo>
                <a:lnTo>
                  <a:pt x="51751" y="20421"/>
                </a:lnTo>
                <a:cubicBezTo>
                  <a:pt x="53681" y="18491"/>
                  <a:pt x="54241" y="15609"/>
                  <a:pt x="53206" y="13092"/>
                </a:cubicBezTo>
                <a:cubicBezTo>
                  <a:pt x="52171" y="10574"/>
                  <a:pt x="49709" y="8952"/>
                  <a:pt x="46996" y="895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8540" y="4386256"/>
            <a:ext cx="133378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3060" y="4798026"/>
            <a:ext cx="3652229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 ensures 99.9%+ uptime with automatic failover, redundant storage, and geographic distribution across multiple availability zones.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04013" y="433254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411432" y="4439965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17903" y="17903"/>
                </a:moveTo>
                <a:cubicBezTo>
                  <a:pt x="17903" y="12952"/>
                  <a:pt x="13903" y="8952"/>
                  <a:pt x="8952" y="8952"/>
                </a:cubicBezTo>
                <a:cubicBezTo>
                  <a:pt x="4000" y="8952"/>
                  <a:pt x="0" y="12952"/>
                  <a:pt x="0" y="17903"/>
                </a:cubicBezTo>
                <a:lnTo>
                  <a:pt x="0" y="111894"/>
                </a:lnTo>
                <a:cubicBezTo>
                  <a:pt x="0" y="124259"/>
                  <a:pt x="10015" y="134273"/>
                  <a:pt x="22379" y="134273"/>
                </a:cubicBezTo>
                <a:lnTo>
                  <a:pt x="134273" y="134273"/>
                </a:lnTo>
                <a:cubicBezTo>
                  <a:pt x="139224" y="134273"/>
                  <a:pt x="143225" y="130273"/>
                  <a:pt x="143225" y="125322"/>
                </a:cubicBezTo>
                <a:cubicBezTo>
                  <a:pt x="143225" y="120370"/>
                  <a:pt x="139224" y="116370"/>
                  <a:pt x="134273" y="116370"/>
                </a:cubicBezTo>
                <a:lnTo>
                  <a:pt x="22379" y="116370"/>
                </a:lnTo>
                <a:cubicBezTo>
                  <a:pt x="19917" y="116370"/>
                  <a:pt x="17903" y="114356"/>
                  <a:pt x="17903" y="111894"/>
                </a:cubicBezTo>
                <a:lnTo>
                  <a:pt x="17903" y="17903"/>
                </a:lnTo>
                <a:close/>
                <a:moveTo>
                  <a:pt x="131644" y="42128"/>
                </a:moveTo>
                <a:cubicBezTo>
                  <a:pt x="135140" y="38631"/>
                  <a:pt x="135140" y="32953"/>
                  <a:pt x="131644" y="29456"/>
                </a:cubicBezTo>
                <a:cubicBezTo>
                  <a:pt x="128147" y="25959"/>
                  <a:pt x="122468" y="25959"/>
                  <a:pt x="118972" y="29456"/>
                </a:cubicBezTo>
                <a:lnTo>
                  <a:pt x="89515" y="58940"/>
                </a:lnTo>
                <a:lnTo>
                  <a:pt x="73459" y="42911"/>
                </a:lnTo>
                <a:cubicBezTo>
                  <a:pt x="69962" y="39415"/>
                  <a:pt x="64283" y="39415"/>
                  <a:pt x="60787" y="42911"/>
                </a:cubicBezTo>
                <a:lnTo>
                  <a:pt x="33932" y="69766"/>
                </a:lnTo>
                <a:cubicBezTo>
                  <a:pt x="30435" y="73263"/>
                  <a:pt x="30435" y="78941"/>
                  <a:pt x="33932" y="82438"/>
                </a:cubicBezTo>
                <a:cubicBezTo>
                  <a:pt x="37429" y="85935"/>
                  <a:pt x="43107" y="85935"/>
                  <a:pt x="46604" y="82438"/>
                </a:cubicBezTo>
                <a:lnTo>
                  <a:pt x="67137" y="61906"/>
                </a:lnTo>
                <a:lnTo>
                  <a:pt x="83193" y="77962"/>
                </a:lnTo>
                <a:cubicBezTo>
                  <a:pt x="86690" y="81459"/>
                  <a:pt x="92369" y="81459"/>
                  <a:pt x="95865" y="77962"/>
                </a:cubicBezTo>
                <a:lnTo>
                  <a:pt x="131672" y="421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69493" y="4386256"/>
            <a:ext cx="107418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04013" y="4798026"/>
            <a:ext cx="3652229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resource allocation handles traffic spikes during central broadcasts without manual intervention. Scale from 10 to 10,000+ displays seamlessly.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64967" y="433254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154482" y="4439965"/>
            <a:ext cx="179031" cy="143225"/>
          </a:xfrm>
          <a:custGeom>
            <a:avLst/>
            <a:gdLst/>
            <a:ahLst/>
            <a:cxnLst/>
            <a:rect l="l" t="t" r="r" b="b"/>
            <a:pathLst>
              <a:path w="179031" h="143225">
                <a:moveTo>
                  <a:pt x="116342" y="58884"/>
                </a:moveTo>
                <a:cubicBezTo>
                  <a:pt x="119755" y="57961"/>
                  <a:pt x="123335" y="59584"/>
                  <a:pt x="124874" y="62745"/>
                </a:cubicBezTo>
                <a:lnTo>
                  <a:pt x="130077" y="73263"/>
                </a:lnTo>
                <a:cubicBezTo>
                  <a:pt x="132958" y="73654"/>
                  <a:pt x="135784" y="74438"/>
                  <a:pt x="138441" y="75529"/>
                </a:cubicBezTo>
                <a:lnTo>
                  <a:pt x="148232" y="69011"/>
                </a:lnTo>
                <a:cubicBezTo>
                  <a:pt x="151169" y="67053"/>
                  <a:pt x="155057" y="67444"/>
                  <a:pt x="157547" y="69934"/>
                </a:cubicBezTo>
                <a:lnTo>
                  <a:pt x="162918" y="75305"/>
                </a:lnTo>
                <a:cubicBezTo>
                  <a:pt x="165408" y="77794"/>
                  <a:pt x="165799" y="81711"/>
                  <a:pt x="163841" y="84620"/>
                </a:cubicBezTo>
                <a:lnTo>
                  <a:pt x="157323" y="94383"/>
                </a:lnTo>
                <a:cubicBezTo>
                  <a:pt x="157855" y="95698"/>
                  <a:pt x="158330" y="97068"/>
                  <a:pt x="158722" y="98495"/>
                </a:cubicBezTo>
                <a:cubicBezTo>
                  <a:pt x="159114" y="99922"/>
                  <a:pt x="159365" y="101320"/>
                  <a:pt x="159561" y="102747"/>
                </a:cubicBezTo>
                <a:lnTo>
                  <a:pt x="170107" y="107950"/>
                </a:lnTo>
                <a:cubicBezTo>
                  <a:pt x="173268" y="109517"/>
                  <a:pt x="174891" y="113097"/>
                  <a:pt x="173968" y="116482"/>
                </a:cubicBezTo>
                <a:lnTo>
                  <a:pt x="172009" y="123811"/>
                </a:lnTo>
                <a:cubicBezTo>
                  <a:pt x="171086" y="127196"/>
                  <a:pt x="167925" y="129490"/>
                  <a:pt x="164401" y="129266"/>
                </a:cubicBezTo>
                <a:lnTo>
                  <a:pt x="152652" y="128511"/>
                </a:lnTo>
                <a:cubicBezTo>
                  <a:pt x="150889" y="130776"/>
                  <a:pt x="148847" y="132874"/>
                  <a:pt x="146526" y="134665"/>
                </a:cubicBezTo>
                <a:lnTo>
                  <a:pt x="147281" y="146386"/>
                </a:lnTo>
                <a:cubicBezTo>
                  <a:pt x="147505" y="149910"/>
                  <a:pt x="145211" y="153099"/>
                  <a:pt x="141826" y="153994"/>
                </a:cubicBezTo>
                <a:lnTo>
                  <a:pt x="134497" y="155953"/>
                </a:lnTo>
                <a:cubicBezTo>
                  <a:pt x="131084" y="156876"/>
                  <a:pt x="127531" y="155253"/>
                  <a:pt x="125965" y="152092"/>
                </a:cubicBezTo>
                <a:lnTo>
                  <a:pt x="120762" y="141574"/>
                </a:lnTo>
                <a:cubicBezTo>
                  <a:pt x="117881" y="141183"/>
                  <a:pt x="115055" y="140399"/>
                  <a:pt x="112398" y="139308"/>
                </a:cubicBezTo>
                <a:lnTo>
                  <a:pt x="102607" y="145826"/>
                </a:lnTo>
                <a:cubicBezTo>
                  <a:pt x="99670" y="147784"/>
                  <a:pt x="95781" y="147393"/>
                  <a:pt x="93292" y="144903"/>
                </a:cubicBezTo>
                <a:lnTo>
                  <a:pt x="87921" y="139532"/>
                </a:lnTo>
                <a:cubicBezTo>
                  <a:pt x="85431" y="137043"/>
                  <a:pt x="85040" y="133154"/>
                  <a:pt x="86998" y="130217"/>
                </a:cubicBezTo>
                <a:lnTo>
                  <a:pt x="93516" y="120426"/>
                </a:lnTo>
                <a:cubicBezTo>
                  <a:pt x="92984" y="119111"/>
                  <a:pt x="92509" y="117741"/>
                  <a:pt x="92117" y="116314"/>
                </a:cubicBezTo>
                <a:cubicBezTo>
                  <a:pt x="91725" y="114887"/>
                  <a:pt x="91474" y="113461"/>
                  <a:pt x="91278" y="112062"/>
                </a:cubicBezTo>
                <a:lnTo>
                  <a:pt x="80732" y="106859"/>
                </a:lnTo>
                <a:cubicBezTo>
                  <a:pt x="77571" y="105293"/>
                  <a:pt x="75976" y="101712"/>
                  <a:pt x="76871" y="98327"/>
                </a:cubicBezTo>
                <a:lnTo>
                  <a:pt x="78830" y="90998"/>
                </a:lnTo>
                <a:cubicBezTo>
                  <a:pt x="79753" y="87613"/>
                  <a:pt x="82914" y="85319"/>
                  <a:pt x="86438" y="85543"/>
                </a:cubicBezTo>
                <a:lnTo>
                  <a:pt x="98159" y="86298"/>
                </a:lnTo>
                <a:cubicBezTo>
                  <a:pt x="99922" y="84033"/>
                  <a:pt x="101964" y="81935"/>
                  <a:pt x="104285" y="80144"/>
                </a:cubicBezTo>
                <a:lnTo>
                  <a:pt x="103530" y="68451"/>
                </a:lnTo>
                <a:cubicBezTo>
                  <a:pt x="103306" y="64927"/>
                  <a:pt x="105600" y="61738"/>
                  <a:pt x="108985" y="60843"/>
                </a:cubicBezTo>
                <a:lnTo>
                  <a:pt x="116314" y="58884"/>
                </a:lnTo>
                <a:close/>
                <a:moveTo>
                  <a:pt x="125433" y="95110"/>
                </a:moveTo>
                <a:cubicBezTo>
                  <a:pt x="118640" y="95118"/>
                  <a:pt x="113131" y="100639"/>
                  <a:pt x="113139" y="107432"/>
                </a:cubicBezTo>
                <a:cubicBezTo>
                  <a:pt x="113147" y="114226"/>
                  <a:pt x="118668" y="119735"/>
                  <a:pt x="125461" y="119727"/>
                </a:cubicBezTo>
                <a:cubicBezTo>
                  <a:pt x="132255" y="119719"/>
                  <a:pt x="137764" y="114198"/>
                  <a:pt x="137756" y="107405"/>
                </a:cubicBezTo>
                <a:cubicBezTo>
                  <a:pt x="137748" y="100611"/>
                  <a:pt x="132227" y="95102"/>
                  <a:pt x="125433" y="95110"/>
                </a:cubicBezTo>
                <a:close/>
                <a:moveTo>
                  <a:pt x="62913" y="-12728"/>
                </a:moveTo>
                <a:lnTo>
                  <a:pt x="70242" y="-10770"/>
                </a:lnTo>
                <a:cubicBezTo>
                  <a:pt x="73626" y="-9847"/>
                  <a:pt x="75920" y="-6658"/>
                  <a:pt x="75696" y="-3161"/>
                </a:cubicBezTo>
                <a:lnTo>
                  <a:pt x="74941" y="8532"/>
                </a:lnTo>
                <a:cubicBezTo>
                  <a:pt x="77263" y="10322"/>
                  <a:pt x="79305" y="12392"/>
                  <a:pt x="81067" y="14686"/>
                </a:cubicBezTo>
                <a:lnTo>
                  <a:pt x="92816" y="13931"/>
                </a:lnTo>
                <a:cubicBezTo>
                  <a:pt x="96313" y="13707"/>
                  <a:pt x="99502" y="16001"/>
                  <a:pt x="100425" y="19386"/>
                </a:cubicBezTo>
                <a:lnTo>
                  <a:pt x="102383" y="26715"/>
                </a:lnTo>
                <a:cubicBezTo>
                  <a:pt x="103278" y="30100"/>
                  <a:pt x="101684" y="33680"/>
                  <a:pt x="98523" y="35247"/>
                </a:cubicBezTo>
                <a:lnTo>
                  <a:pt x="87977" y="40450"/>
                </a:lnTo>
                <a:cubicBezTo>
                  <a:pt x="87781" y="41876"/>
                  <a:pt x="87501" y="43303"/>
                  <a:pt x="87138" y="44702"/>
                </a:cubicBezTo>
                <a:cubicBezTo>
                  <a:pt x="86774" y="46100"/>
                  <a:pt x="86270" y="47499"/>
                  <a:pt x="85739" y="48814"/>
                </a:cubicBezTo>
                <a:lnTo>
                  <a:pt x="92257" y="58605"/>
                </a:lnTo>
                <a:cubicBezTo>
                  <a:pt x="94215" y="61542"/>
                  <a:pt x="93823" y="65430"/>
                  <a:pt x="91334" y="67920"/>
                </a:cubicBezTo>
                <a:lnTo>
                  <a:pt x="85963" y="73291"/>
                </a:lnTo>
                <a:cubicBezTo>
                  <a:pt x="83473" y="75780"/>
                  <a:pt x="79585" y="76172"/>
                  <a:pt x="76648" y="74214"/>
                </a:cubicBezTo>
                <a:lnTo>
                  <a:pt x="66857" y="67696"/>
                </a:lnTo>
                <a:cubicBezTo>
                  <a:pt x="64199" y="68787"/>
                  <a:pt x="61374" y="69570"/>
                  <a:pt x="58493" y="69962"/>
                </a:cubicBezTo>
                <a:lnTo>
                  <a:pt x="53290" y="80480"/>
                </a:lnTo>
                <a:cubicBezTo>
                  <a:pt x="51723" y="83641"/>
                  <a:pt x="48143" y="85235"/>
                  <a:pt x="44758" y="84340"/>
                </a:cubicBezTo>
                <a:lnTo>
                  <a:pt x="37429" y="82382"/>
                </a:lnTo>
                <a:cubicBezTo>
                  <a:pt x="34016" y="81459"/>
                  <a:pt x="31750" y="78270"/>
                  <a:pt x="31974" y="74773"/>
                </a:cubicBezTo>
                <a:lnTo>
                  <a:pt x="32729" y="63052"/>
                </a:lnTo>
                <a:cubicBezTo>
                  <a:pt x="30407" y="61262"/>
                  <a:pt x="28365" y="59192"/>
                  <a:pt x="26603" y="56898"/>
                </a:cubicBezTo>
                <a:lnTo>
                  <a:pt x="14854" y="57654"/>
                </a:lnTo>
                <a:cubicBezTo>
                  <a:pt x="11357" y="57877"/>
                  <a:pt x="8168" y="55583"/>
                  <a:pt x="7245" y="52199"/>
                </a:cubicBezTo>
                <a:lnTo>
                  <a:pt x="5287" y="44870"/>
                </a:lnTo>
                <a:cubicBezTo>
                  <a:pt x="4392" y="41485"/>
                  <a:pt x="5986" y="37904"/>
                  <a:pt x="9147" y="36338"/>
                </a:cubicBezTo>
                <a:lnTo>
                  <a:pt x="19693" y="31135"/>
                </a:lnTo>
                <a:cubicBezTo>
                  <a:pt x="19889" y="29708"/>
                  <a:pt x="20169" y="28309"/>
                  <a:pt x="20533" y="26883"/>
                </a:cubicBezTo>
                <a:cubicBezTo>
                  <a:pt x="20924" y="25456"/>
                  <a:pt x="21372" y="24085"/>
                  <a:pt x="21931" y="22770"/>
                </a:cubicBezTo>
                <a:lnTo>
                  <a:pt x="15413" y="13008"/>
                </a:lnTo>
                <a:cubicBezTo>
                  <a:pt x="13455" y="10070"/>
                  <a:pt x="13847" y="6182"/>
                  <a:pt x="16337" y="3693"/>
                </a:cubicBezTo>
                <a:lnTo>
                  <a:pt x="21707" y="-1678"/>
                </a:lnTo>
                <a:cubicBezTo>
                  <a:pt x="24197" y="-4168"/>
                  <a:pt x="28085" y="-4560"/>
                  <a:pt x="31023" y="-2602"/>
                </a:cubicBezTo>
                <a:lnTo>
                  <a:pt x="40813" y="3916"/>
                </a:lnTo>
                <a:cubicBezTo>
                  <a:pt x="43471" y="2825"/>
                  <a:pt x="46296" y="2042"/>
                  <a:pt x="49178" y="1650"/>
                </a:cubicBezTo>
                <a:lnTo>
                  <a:pt x="54381" y="-8868"/>
                </a:lnTo>
                <a:cubicBezTo>
                  <a:pt x="55947" y="-12029"/>
                  <a:pt x="59500" y="-13623"/>
                  <a:pt x="62913" y="-12728"/>
                </a:cubicBezTo>
                <a:close/>
                <a:moveTo>
                  <a:pt x="53821" y="23498"/>
                </a:moveTo>
                <a:cubicBezTo>
                  <a:pt x="47028" y="23498"/>
                  <a:pt x="41513" y="29013"/>
                  <a:pt x="41513" y="35806"/>
                </a:cubicBezTo>
                <a:cubicBezTo>
                  <a:pt x="41513" y="42599"/>
                  <a:pt x="47028" y="48115"/>
                  <a:pt x="53821" y="48115"/>
                </a:cubicBezTo>
                <a:cubicBezTo>
                  <a:pt x="60614" y="48115"/>
                  <a:pt x="66130" y="42599"/>
                  <a:pt x="66130" y="35806"/>
                </a:cubicBezTo>
                <a:cubicBezTo>
                  <a:pt x="66130" y="29013"/>
                  <a:pt x="60614" y="23498"/>
                  <a:pt x="53821" y="2349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530447" y="4386256"/>
            <a:ext cx="197829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Management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64967" y="4798026"/>
            <a:ext cx="3652229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pane of glass for all displays across distributed locations. Update content, monitor health, and push emergency alerts from anywhere.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1046" y="6060197"/>
            <a:ext cx="11463941" cy="435642"/>
          </a:xfrm>
          <a:custGeom>
            <a:avLst/>
            <a:gdLst/>
            <a:ahLst/>
            <a:cxnLst/>
            <a:rect l="l" t="t" r="r" b="b"/>
            <a:pathLst>
              <a:path w="11463941" h="435642">
                <a:moveTo>
                  <a:pt x="71611" y="0"/>
                </a:moveTo>
                <a:lnTo>
                  <a:pt x="11392330" y="0"/>
                </a:lnTo>
                <a:cubicBezTo>
                  <a:pt x="11431880" y="0"/>
                  <a:pt x="11463941" y="32061"/>
                  <a:pt x="11463941" y="71611"/>
                </a:cubicBezTo>
                <a:lnTo>
                  <a:pt x="11463941" y="364031"/>
                </a:lnTo>
                <a:cubicBezTo>
                  <a:pt x="11463941" y="403580"/>
                  <a:pt x="11431880" y="435642"/>
                  <a:pt x="11392330" y="435642"/>
                </a:cubicBezTo>
                <a:lnTo>
                  <a:pt x="71611" y="435642"/>
                </a:lnTo>
                <a:cubicBezTo>
                  <a:pt x="32061" y="435642"/>
                  <a:pt x="0" y="403580"/>
                  <a:pt x="0" y="364031"/>
                </a:cubicBezTo>
                <a:lnTo>
                  <a:pt x="0" y="71611"/>
                </a:lnTo>
                <a:cubicBezTo>
                  <a:pt x="0" y="32061"/>
                  <a:pt x="32061" y="0"/>
                  <a:pt x="71611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93827" y="6188501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9515" y="179031"/>
                </a:moveTo>
                <a:cubicBezTo>
                  <a:pt x="138920" y="179031"/>
                  <a:pt x="179031" y="138920"/>
                  <a:pt x="179031" y="89515"/>
                </a:cubicBezTo>
                <a:cubicBezTo>
                  <a:pt x="179031" y="40111"/>
                  <a:pt x="138920" y="0"/>
                  <a:pt x="89515" y="0"/>
                </a:cubicBezTo>
                <a:cubicBezTo>
                  <a:pt x="40111" y="0"/>
                  <a:pt x="0" y="40111"/>
                  <a:pt x="0" y="89515"/>
                </a:cubicBezTo>
                <a:cubicBezTo>
                  <a:pt x="0" y="138920"/>
                  <a:pt x="40111" y="179031"/>
                  <a:pt x="89515" y="179031"/>
                </a:cubicBezTo>
                <a:close/>
                <a:moveTo>
                  <a:pt x="78326" y="55947"/>
                </a:moveTo>
                <a:cubicBezTo>
                  <a:pt x="78326" y="49772"/>
                  <a:pt x="83340" y="44758"/>
                  <a:pt x="89515" y="44758"/>
                </a:cubicBezTo>
                <a:cubicBezTo>
                  <a:pt x="95691" y="44758"/>
                  <a:pt x="100705" y="49772"/>
                  <a:pt x="100705" y="55947"/>
                </a:cubicBezTo>
                <a:cubicBezTo>
                  <a:pt x="100705" y="62123"/>
                  <a:pt x="95691" y="67137"/>
                  <a:pt x="89515" y="67137"/>
                </a:cubicBezTo>
                <a:cubicBezTo>
                  <a:pt x="83340" y="67137"/>
                  <a:pt x="78326" y="62123"/>
                  <a:pt x="78326" y="55947"/>
                </a:cubicBezTo>
                <a:close/>
                <a:moveTo>
                  <a:pt x="75529" y="78326"/>
                </a:moveTo>
                <a:lnTo>
                  <a:pt x="92313" y="78326"/>
                </a:lnTo>
                <a:cubicBezTo>
                  <a:pt x="96963" y="78326"/>
                  <a:pt x="100705" y="82067"/>
                  <a:pt x="100705" y="86718"/>
                </a:cubicBezTo>
                <a:lnTo>
                  <a:pt x="100705" y="117489"/>
                </a:lnTo>
                <a:lnTo>
                  <a:pt x="103502" y="117489"/>
                </a:lnTo>
                <a:cubicBezTo>
                  <a:pt x="108153" y="117489"/>
                  <a:pt x="111894" y="121230"/>
                  <a:pt x="111894" y="125881"/>
                </a:cubicBezTo>
                <a:cubicBezTo>
                  <a:pt x="111894" y="130532"/>
                  <a:pt x="108153" y="134273"/>
                  <a:pt x="103502" y="134273"/>
                </a:cubicBezTo>
                <a:lnTo>
                  <a:pt x="75529" y="134273"/>
                </a:lnTo>
                <a:cubicBezTo>
                  <a:pt x="70878" y="134273"/>
                  <a:pt x="67137" y="130532"/>
                  <a:pt x="67137" y="125881"/>
                </a:cubicBezTo>
                <a:cubicBezTo>
                  <a:pt x="67137" y="121230"/>
                  <a:pt x="70878" y="117489"/>
                  <a:pt x="75529" y="117489"/>
                </a:cubicBezTo>
                <a:lnTo>
                  <a:pt x="83921" y="117489"/>
                </a:lnTo>
                <a:lnTo>
                  <a:pt x="83921" y="95110"/>
                </a:lnTo>
                <a:lnTo>
                  <a:pt x="75529" y="95110"/>
                </a:lnTo>
                <a:cubicBezTo>
                  <a:pt x="70878" y="95110"/>
                  <a:pt x="67137" y="91369"/>
                  <a:pt x="67137" y="86718"/>
                </a:cubicBezTo>
                <a:cubicBezTo>
                  <a:pt x="67137" y="82067"/>
                  <a:pt x="70878" y="78326"/>
                  <a:pt x="75529" y="7832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38461" y="6170598"/>
            <a:ext cx="981984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 Advantage:</a:t>
            </a:r>
            <a:r>
              <a:rPr lang="en-US" sz="112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capital expenditure on on-premises servers, reduces IT maintenance burden, and enables rapid global deployment.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Real-Time Communication &amp; Data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108075"/>
            <a:ext cx="6854825" cy="4892675"/>
          </a:xfrm>
          <a:custGeom>
            <a:avLst/>
            <a:gdLst/>
            <a:ahLst/>
            <a:cxnLst/>
            <a:rect l="l" t="t" r="r" b="b"/>
            <a:pathLst>
              <a:path w="6854825" h="4892675">
                <a:moveTo>
                  <a:pt x="76179" y="0"/>
                </a:moveTo>
                <a:lnTo>
                  <a:pt x="6778646" y="0"/>
                </a:lnTo>
                <a:cubicBezTo>
                  <a:pt x="6820719" y="0"/>
                  <a:pt x="6854825" y="34106"/>
                  <a:pt x="6854825" y="76179"/>
                </a:cubicBezTo>
                <a:lnTo>
                  <a:pt x="6854825" y="4816496"/>
                </a:lnTo>
                <a:cubicBezTo>
                  <a:pt x="6854825" y="4858569"/>
                  <a:pt x="6820719" y="4892675"/>
                  <a:pt x="6778646" y="4892675"/>
                </a:cubicBezTo>
                <a:lnTo>
                  <a:pt x="76179" y="4892675"/>
                </a:lnTo>
                <a:cubicBezTo>
                  <a:pt x="34106" y="4892675"/>
                  <a:pt x="0" y="4858569"/>
                  <a:pt x="0" y="4816496"/>
                </a:cubicBezTo>
                <a:lnTo>
                  <a:pt x="0" y="76179"/>
                </a:lnTo>
                <a:cubicBezTo>
                  <a:pt x="0" y="34135"/>
                  <a:pt x="34135" y="0"/>
                  <a:pt x="76179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1650" y="1225553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0700" y="1568453"/>
            <a:ext cx="6600825" cy="1143000"/>
          </a:xfrm>
          <a:custGeom>
            <a:avLst/>
            <a:gdLst/>
            <a:ahLst/>
            <a:cxnLst/>
            <a:rect l="l" t="t" r="r" b="b"/>
            <a:pathLst>
              <a:path w="6600825" h="1143000">
                <a:moveTo>
                  <a:pt x="38100" y="0"/>
                </a:moveTo>
                <a:lnTo>
                  <a:pt x="6524621" y="0"/>
                </a:lnTo>
                <a:cubicBezTo>
                  <a:pt x="6566707" y="0"/>
                  <a:pt x="6600825" y="34118"/>
                  <a:pt x="6600825" y="76204"/>
                </a:cubicBezTo>
                <a:lnTo>
                  <a:pt x="6600825" y="1066796"/>
                </a:lnTo>
                <a:cubicBezTo>
                  <a:pt x="6600825" y="1108882"/>
                  <a:pt x="6566707" y="1143000"/>
                  <a:pt x="652462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0700" y="156845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5000" y="16637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441" y="176847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9434" y="3851"/>
                </a:moveTo>
                <a:cubicBezTo>
                  <a:pt x="25651" y="1540"/>
                  <a:pt x="20695" y="2779"/>
                  <a:pt x="18384" y="6563"/>
                </a:cubicBezTo>
                <a:cubicBezTo>
                  <a:pt x="10079" y="20293"/>
                  <a:pt x="5324" y="36400"/>
                  <a:pt x="5324" y="53578"/>
                </a:cubicBezTo>
                <a:cubicBezTo>
                  <a:pt x="5324" y="70757"/>
                  <a:pt x="10079" y="86864"/>
                  <a:pt x="18384" y="100593"/>
                </a:cubicBezTo>
                <a:cubicBezTo>
                  <a:pt x="20695" y="104377"/>
                  <a:pt x="25617" y="105616"/>
                  <a:pt x="29434" y="103305"/>
                </a:cubicBezTo>
                <a:cubicBezTo>
                  <a:pt x="33252" y="100995"/>
                  <a:pt x="34457" y="96072"/>
                  <a:pt x="32147" y="92255"/>
                </a:cubicBezTo>
                <a:cubicBezTo>
                  <a:pt x="25349" y="81003"/>
                  <a:pt x="21431" y="67743"/>
                  <a:pt x="21431" y="53578"/>
                </a:cubicBezTo>
                <a:cubicBezTo>
                  <a:pt x="21431" y="39413"/>
                  <a:pt x="25349" y="26153"/>
                  <a:pt x="32180" y="14868"/>
                </a:cubicBezTo>
                <a:cubicBezTo>
                  <a:pt x="34491" y="11084"/>
                  <a:pt x="33252" y="6128"/>
                  <a:pt x="29468" y="3817"/>
                </a:cubicBezTo>
                <a:close/>
                <a:moveTo>
                  <a:pt x="163413" y="3851"/>
                </a:moveTo>
                <a:cubicBezTo>
                  <a:pt x="159629" y="6161"/>
                  <a:pt x="158390" y="11084"/>
                  <a:pt x="160701" y="14901"/>
                </a:cubicBezTo>
                <a:cubicBezTo>
                  <a:pt x="167532" y="26186"/>
                  <a:pt x="171450" y="39447"/>
                  <a:pt x="171450" y="53612"/>
                </a:cubicBezTo>
                <a:cubicBezTo>
                  <a:pt x="171450" y="67776"/>
                  <a:pt x="167532" y="81037"/>
                  <a:pt x="160701" y="92322"/>
                </a:cubicBezTo>
                <a:cubicBezTo>
                  <a:pt x="158390" y="96106"/>
                  <a:pt x="159629" y="101062"/>
                  <a:pt x="163413" y="103372"/>
                </a:cubicBezTo>
                <a:cubicBezTo>
                  <a:pt x="167197" y="105683"/>
                  <a:pt x="172153" y="104444"/>
                  <a:pt x="174464" y="100660"/>
                </a:cubicBezTo>
                <a:cubicBezTo>
                  <a:pt x="182768" y="86931"/>
                  <a:pt x="187523" y="70824"/>
                  <a:pt x="187523" y="53645"/>
                </a:cubicBezTo>
                <a:cubicBezTo>
                  <a:pt x="187523" y="36467"/>
                  <a:pt x="182768" y="20293"/>
                  <a:pt x="174464" y="6563"/>
                </a:cubicBezTo>
                <a:cubicBezTo>
                  <a:pt x="172153" y="2779"/>
                  <a:pt x="167231" y="1540"/>
                  <a:pt x="163413" y="3851"/>
                </a:cubicBezTo>
                <a:close/>
                <a:moveTo>
                  <a:pt x="107156" y="72130"/>
                </a:moveTo>
                <a:cubicBezTo>
                  <a:pt x="113552" y="68413"/>
                  <a:pt x="117872" y="61514"/>
                  <a:pt x="117872" y="53578"/>
                </a:cubicBezTo>
                <a:cubicBezTo>
                  <a:pt x="117872" y="41757"/>
                  <a:pt x="108261" y="32147"/>
                  <a:pt x="96441" y="32147"/>
                </a:cubicBezTo>
                <a:cubicBezTo>
                  <a:pt x="84620" y="32147"/>
                  <a:pt x="75009" y="41757"/>
                  <a:pt x="75009" y="53578"/>
                </a:cubicBezTo>
                <a:cubicBezTo>
                  <a:pt x="75009" y="61514"/>
                  <a:pt x="79329" y="68446"/>
                  <a:pt x="85725" y="72130"/>
                </a:cubicBezTo>
                <a:lnTo>
                  <a:pt x="85725" y="160734"/>
                </a:lnTo>
                <a:cubicBezTo>
                  <a:pt x="85725" y="166661"/>
                  <a:pt x="90514" y="171450"/>
                  <a:pt x="96441" y="171450"/>
                </a:cubicBezTo>
                <a:cubicBezTo>
                  <a:pt x="102368" y="171450"/>
                  <a:pt x="107156" y="166661"/>
                  <a:pt x="107156" y="160734"/>
                </a:cubicBezTo>
                <a:lnTo>
                  <a:pt x="107156" y="72130"/>
                </a:lnTo>
                <a:close/>
                <a:moveTo>
                  <a:pt x="60342" y="30473"/>
                </a:moveTo>
                <a:cubicBezTo>
                  <a:pt x="62753" y="26722"/>
                  <a:pt x="61648" y="21766"/>
                  <a:pt x="57931" y="19355"/>
                </a:cubicBezTo>
                <a:cubicBezTo>
                  <a:pt x="54214" y="16944"/>
                  <a:pt x="49225" y="18049"/>
                  <a:pt x="46814" y="21766"/>
                </a:cubicBezTo>
                <a:cubicBezTo>
                  <a:pt x="40920" y="30941"/>
                  <a:pt x="37505" y="41858"/>
                  <a:pt x="37505" y="53578"/>
                </a:cubicBezTo>
                <a:cubicBezTo>
                  <a:pt x="37505" y="65298"/>
                  <a:pt x="40920" y="76215"/>
                  <a:pt x="46814" y="85390"/>
                </a:cubicBezTo>
                <a:cubicBezTo>
                  <a:pt x="49225" y="89141"/>
                  <a:pt x="54181" y="90212"/>
                  <a:pt x="57931" y="87801"/>
                </a:cubicBezTo>
                <a:cubicBezTo>
                  <a:pt x="61682" y="85390"/>
                  <a:pt x="62753" y="80434"/>
                  <a:pt x="60342" y="76684"/>
                </a:cubicBezTo>
                <a:cubicBezTo>
                  <a:pt x="56056" y="70020"/>
                  <a:pt x="53578" y="62084"/>
                  <a:pt x="53578" y="53578"/>
                </a:cubicBezTo>
                <a:cubicBezTo>
                  <a:pt x="53578" y="45073"/>
                  <a:pt x="56056" y="37136"/>
                  <a:pt x="60342" y="30473"/>
                </a:cubicBezTo>
                <a:close/>
                <a:moveTo>
                  <a:pt x="146067" y="21766"/>
                </a:moveTo>
                <a:cubicBezTo>
                  <a:pt x="143656" y="18016"/>
                  <a:pt x="138700" y="16944"/>
                  <a:pt x="134950" y="19355"/>
                </a:cubicBezTo>
                <a:cubicBezTo>
                  <a:pt x="131199" y="21766"/>
                  <a:pt x="130128" y="26722"/>
                  <a:pt x="132539" y="30473"/>
                </a:cubicBezTo>
                <a:cubicBezTo>
                  <a:pt x="136825" y="37136"/>
                  <a:pt x="139303" y="45073"/>
                  <a:pt x="139303" y="53578"/>
                </a:cubicBezTo>
                <a:cubicBezTo>
                  <a:pt x="139303" y="62084"/>
                  <a:pt x="136825" y="70020"/>
                  <a:pt x="132539" y="76684"/>
                </a:cubicBezTo>
                <a:cubicBezTo>
                  <a:pt x="130128" y="80434"/>
                  <a:pt x="131233" y="85390"/>
                  <a:pt x="134950" y="87801"/>
                </a:cubicBezTo>
                <a:cubicBezTo>
                  <a:pt x="138667" y="90212"/>
                  <a:pt x="143656" y="89107"/>
                  <a:pt x="146067" y="85390"/>
                </a:cubicBezTo>
                <a:cubicBezTo>
                  <a:pt x="151961" y="76215"/>
                  <a:pt x="155377" y="65298"/>
                  <a:pt x="155377" y="53578"/>
                </a:cubicBezTo>
                <a:cubicBezTo>
                  <a:pt x="155377" y="41858"/>
                  <a:pt x="151961" y="30941"/>
                  <a:pt x="146067" y="2176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0300" y="1663703"/>
            <a:ext cx="597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Push Notifications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0300" y="1911353"/>
            <a:ext cx="59721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WebSockets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Firebase Cloud Messaging (FCM)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instant content overrides from central HQ to all subcenters with sub-second latency.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30300" y="2387603"/>
            <a:ext cx="1133475" cy="228600"/>
          </a:xfrm>
          <a:custGeom>
            <a:avLst/>
            <a:gdLst/>
            <a:ahLst/>
            <a:cxnLst/>
            <a:rect l="l" t="t" r="r" b="b"/>
            <a:pathLst>
              <a:path w="1133475" h="228600">
                <a:moveTo>
                  <a:pt x="38101" y="0"/>
                </a:moveTo>
                <a:lnTo>
                  <a:pt x="1095374" y="0"/>
                </a:lnTo>
                <a:cubicBezTo>
                  <a:pt x="1116417" y="0"/>
                  <a:pt x="1133475" y="17058"/>
                  <a:pt x="1133475" y="38101"/>
                </a:cubicBezTo>
                <a:lnTo>
                  <a:pt x="1133475" y="190499"/>
                </a:lnTo>
                <a:cubicBezTo>
                  <a:pt x="1133475" y="211542"/>
                  <a:pt x="1116417" y="228600"/>
                  <a:pt x="1095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30300" y="2387603"/>
            <a:ext cx="12001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 Latency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41166" y="2387603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38101" y="0"/>
                </a:moveTo>
                <a:lnTo>
                  <a:pt x="838199" y="0"/>
                </a:lnTo>
                <a:cubicBezTo>
                  <a:pt x="859242" y="0"/>
                  <a:pt x="876300" y="17058"/>
                  <a:pt x="876300" y="38101"/>
                </a:cubicBezTo>
                <a:lnTo>
                  <a:pt x="876300" y="190499"/>
                </a:lnTo>
                <a:cubicBezTo>
                  <a:pt x="876300" y="211542"/>
                  <a:pt x="859242" y="228600"/>
                  <a:pt x="838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41166" y="2387603"/>
            <a:ext cx="942975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0700" y="2946402"/>
            <a:ext cx="6600825" cy="1352550"/>
          </a:xfrm>
          <a:custGeom>
            <a:avLst/>
            <a:gdLst/>
            <a:ahLst/>
            <a:cxnLst/>
            <a:rect l="l" t="t" r="r" b="b"/>
            <a:pathLst>
              <a:path w="6600825" h="1352550">
                <a:moveTo>
                  <a:pt x="38100" y="0"/>
                </a:moveTo>
                <a:lnTo>
                  <a:pt x="6524622" y="0"/>
                </a:lnTo>
                <a:cubicBezTo>
                  <a:pt x="6566708" y="0"/>
                  <a:pt x="6600825" y="34117"/>
                  <a:pt x="6600825" y="76203"/>
                </a:cubicBezTo>
                <a:lnTo>
                  <a:pt x="6600825" y="1276347"/>
                </a:lnTo>
                <a:cubicBezTo>
                  <a:pt x="6600825" y="1318433"/>
                  <a:pt x="6566708" y="1352550"/>
                  <a:pt x="6524622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0700" y="2946402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000" y="30416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872" y="314642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30300" y="3041652"/>
            <a:ext cx="597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Offline Caching Mechanism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0300" y="3289302"/>
            <a:ext cx="59721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Android app securely caches heavy videos locally. Displays continue playing scheduled content even during extended internet outages—no black screens, no manual intervention.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30300" y="3975102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38101" y="0"/>
                </a:moveTo>
                <a:lnTo>
                  <a:pt x="952499" y="0"/>
                </a:lnTo>
                <a:cubicBezTo>
                  <a:pt x="973542" y="0"/>
                  <a:pt x="990600" y="17058"/>
                  <a:pt x="990600" y="38101"/>
                </a:cubicBezTo>
                <a:lnTo>
                  <a:pt x="990600" y="190499"/>
                </a:lnTo>
                <a:cubicBezTo>
                  <a:pt x="990600" y="211542"/>
                  <a:pt x="973542" y="228600"/>
                  <a:pt x="952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0300" y="3975102"/>
            <a:ext cx="1057275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99.7% Uptime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96505" y="3975102"/>
            <a:ext cx="1323975" cy="228600"/>
          </a:xfrm>
          <a:custGeom>
            <a:avLst/>
            <a:gdLst/>
            <a:ahLst/>
            <a:cxnLst/>
            <a:rect l="l" t="t" r="r" b="b"/>
            <a:pathLst>
              <a:path w="1323975" h="228600">
                <a:moveTo>
                  <a:pt x="38101" y="0"/>
                </a:moveTo>
                <a:lnTo>
                  <a:pt x="1285874" y="0"/>
                </a:lnTo>
                <a:cubicBezTo>
                  <a:pt x="1306917" y="0"/>
                  <a:pt x="1323975" y="17058"/>
                  <a:pt x="1323975" y="38101"/>
                </a:cubicBezTo>
                <a:lnTo>
                  <a:pt x="1323975" y="190499"/>
                </a:lnTo>
                <a:cubicBezTo>
                  <a:pt x="1323975" y="211542"/>
                  <a:pt x="1306917" y="228600"/>
                  <a:pt x="1285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96505" y="3975102"/>
            <a:ext cx="13906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 Encrypted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0700" y="4533900"/>
            <a:ext cx="6600825" cy="1352550"/>
          </a:xfrm>
          <a:custGeom>
            <a:avLst/>
            <a:gdLst/>
            <a:ahLst/>
            <a:cxnLst/>
            <a:rect l="l" t="t" r="r" b="b"/>
            <a:pathLst>
              <a:path w="6600825" h="1352550">
                <a:moveTo>
                  <a:pt x="38100" y="0"/>
                </a:moveTo>
                <a:lnTo>
                  <a:pt x="6524622" y="0"/>
                </a:lnTo>
                <a:cubicBezTo>
                  <a:pt x="6566708" y="0"/>
                  <a:pt x="6600825" y="34117"/>
                  <a:pt x="6600825" y="76203"/>
                </a:cubicBezTo>
                <a:lnTo>
                  <a:pt x="6600825" y="1276347"/>
                </a:lnTo>
                <a:cubicBezTo>
                  <a:pt x="6600825" y="1318433"/>
                  <a:pt x="6566708" y="1352550"/>
                  <a:pt x="6524622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0700" y="45339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5000" y="4629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2156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30300" y="4629150"/>
            <a:ext cx="597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Automatic Recovery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0300" y="4876800"/>
            <a:ext cx="59721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outage? Network drop? No problem. Android TV auto-launches app on boot, syncs new content when connection restores, and resumes scheduled playlists seamlessly.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30300" y="55626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38101" y="0"/>
                </a:moveTo>
                <a:lnTo>
                  <a:pt x="800099" y="0"/>
                </a:lnTo>
                <a:cubicBezTo>
                  <a:pt x="821142" y="0"/>
                  <a:pt x="838200" y="17058"/>
                  <a:pt x="838200" y="38101"/>
                </a:cubicBezTo>
                <a:lnTo>
                  <a:pt x="838200" y="190499"/>
                </a:lnTo>
                <a:cubicBezTo>
                  <a:pt x="838200" y="211542"/>
                  <a:pt x="821142" y="228600"/>
                  <a:pt x="8000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0300" y="5562600"/>
            <a:ext cx="904875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Touch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40831" y="5562600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190499"/>
                </a:lnTo>
                <a:cubicBezTo>
                  <a:pt x="771525" y="211542"/>
                  <a:pt x="754467" y="228600"/>
                  <a:pt x="733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040831" y="5562600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Auto-Sync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99635" y="1108075"/>
            <a:ext cx="4406900" cy="3206750"/>
          </a:xfrm>
          <a:custGeom>
            <a:avLst/>
            <a:gdLst/>
            <a:ahLst/>
            <a:cxnLst/>
            <a:rect l="l" t="t" r="r" b="b"/>
            <a:pathLst>
              <a:path w="4406900" h="3206750">
                <a:moveTo>
                  <a:pt x="76192" y="0"/>
                </a:moveTo>
                <a:lnTo>
                  <a:pt x="4330708" y="0"/>
                </a:lnTo>
                <a:cubicBezTo>
                  <a:pt x="4372788" y="0"/>
                  <a:pt x="4406900" y="34112"/>
                  <a:pt x="4406900" y="76192"/>
                </a:cubicBezTo>
                <a:lnTo>
                  <a:pt x="4406900" y="3130558"/>
                </a:lnTo>
                <a:cubicBezTo>
                  <a:pt x="4406900" y="3172638"/>
                  <a:pt x="4372788" y="3206750"/>
                  <a:pt x="4330708" y="3206750"/>
                </a:cubicBezTo>
                <a:lnTo>
                  <a:pt x="76192" y="3206750"/>
                </a:lnTo>
                <a:cubicBezTo>
                  <a:pt x="34112" y="3206750"/>
                  <a:pt x="0" y="3172638"/>
                  <a:pt x="0" y="31305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17110" y="1225553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Flow Sequence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17110" y="16084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88535" y="1608437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21910" y="1589387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Upload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21910" y="1817987"/>
            <a:ext cx="2495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uploads media to cloud CMS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17110" y="214560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88535" y="2145609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21910" y="2126559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21910" y="2355159"/>
            <a:ext cx="2152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stored in AWS S3/GCS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17110" y="268287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88535" y="2682878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21910" y="2663828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21910" y="2892428"/>
            <a:ext cx="2400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WebSockets/FCM alert all devices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17110" y="32200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88535" y="322004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21910" y="320099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Download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21910" y="3429595"/>
            <a:ext cx="2371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caches content locally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17110" y="375731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488535" y="375731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21910" y="373826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Playback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21910" y="3966865"/>
            <a:ext cx="2257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plays from local storage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99635" y="4397377"/>
            <a:ext cx="4406900" cy="1606550"/>
          </a:xfrm>
          <a:custGeom>
            <a:avLst/>
            <a:gdLst/>
            <a:ahLst/>
            <a:cxnLst/>
            <a:rect l="l" t="t" r="r" b="b"/>
            <a:pathLst>
              <a:path w="4406900" h="1606550">
                <a:moveTo>
                  <a:pt x="76199" y="0"/>
                </a:moveTo>
                <a:lnTo>
                  <a:pt x="4330701" y="0"/>
                </a:lnTo>
                <a:cubicBezTo>
                  <a:pt x="4372785" y="0"/>
                  <a:pt x="4406900" y="34115"/>
                  <a:pt x="4406900" y="76199"/>
                </a:cubicBezTo>
                <a:lnTo>
                  <a:pt x="4406900" y="1530351"/>
                </a:lnTo>
                <a:cubicBezTo>
                  <a:pt x="4406900" y="1572435"/>
                  <a:pt x="4372785" y="1606550"/>
                  <a:pt x="4330701" y="1606550"/>
                </a:cubicBezTo>
                <a:lnTo>
                  <a:pt x="76199" y="1606550"/>
                </a:lnTo>
                <a:cubicBezTo>
                  <a:pt x="34115" y="1606550"/>
                  <a:pt x="0" y="1572435"/>
                  <a:pt x="0" y="1530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536160" y="455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07610" y="451485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Offline Resilience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17110" y="4819650"/>
            <a:ext cx="4248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 continue playing cached content indefinitely during network outages.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17110" y="5314950"/>
            <a:ext cx="2047875" cy="571500"/>
          </a:xfrm>
          <a:custGeom>
            <a:avLst/>
            <a:gdLst/>
            <a:ahLst/>
            <a:cxnLst/>
            <a:rect l="l" t="t" r="r" b="b"/>
            <a:pathLst>
              <a:path w="2047875" h="571500">
                <a:moveTo>
                  <a:pt x="38102" y="0"/>
                </a:moveTo>
                <a:lnTo>
                  <a:pt x="2009773" y="0"/>
                </a:lnTo>
                <a:cubicBezTo>
                  <a:pt x="2030816" y="0"/>
                  <a:pt x="2047875" y="17059"/>
                  <a:pt x="2047875" y="38102"/>
                </a:cubicBezTo>
                <a:lnTo>
                  <a:pt x="2047875" y="533398"/>
                </a:lnTo>
                <a:cubicBezTo>
                  <a:pt x="2047875" y="554441"/>
                  <a:pt x="2030816" y="571500"/>
                  <a:pt x="20097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531398" y="53721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Limit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40923" y="56388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Duration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641781" y="5314950"/>
            <a:ext cx="2047875" cy="571500"/>
          </a:xfrm>
          <a:custGeom>
            <a:avLst/>
            <a:gdLst/>
            <a:ahLst/>
            <a:cxnLst/>
            <a:rect l="l" t="t" r="r" b="b"/>
            <a:pathLst>
              <a:path w="2047875" h="571500">
                <a:moveTo>
                  <a:pt x="38102" y="0"/>
                </a:moveTo>
                <a:lnTo>
                  <a:pt x="2009773" y="0"/>
                </a:lnTo>
                <a:cubicBezTo>
                  <a:pt x="2030816" y="0"/>
                  <a:pt x="2047875" y="17059"/>
                  <a:pt x="2047875" y="38102"/>
                </a:cubicBezTo>
                <a:lnTo>
                  <a:pt x="2047875" y="533398"/>
                </a:lnTo>
                <a:cubicBezTo>
                  <a:pt x="2047875" y="554441"/>
                  <a:pt x="2030816" y="571500"/>
                  <a:pt x="20097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656068" y="53721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665593" y="56388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Reconnection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84175" y="6086478"/>
            <a:ext cx="11426825" cy="387350"/>
          </a:xfrm>
          <a:custGeom>
            <a:avLst/>
            <a:gdLst/>
            <a:ahLst/>
            <a:cxnLst/>
            <a:rect l="l" t="t" r="r" b="b"/>
            <a:pathLst>
              <a:path w="11426825" h="387350">
                <a:moveTo>
                  <a:pt x="76199" y="0"/>
                </a:moveTo>
                <a:lnTo>
                  <a:pt x="11350626" y="0"/>
                </a:lnTo>
                <a:cubicBezTo>
                  <a:pt x="11392709" y="0"/>
                  <a:pt x="11426825" y="34116"/>
                  <a:pt x="11426825" y="76199"/>
                </a:cubicBezTo>
                <a:lnTo>
                  <a:pt x="11426825" y="311151"/>
                </a:lnTo>
                <a:cubicBezTo>
                  <a:pt x="11426825" y="353234"/>
                  <a:pt x="11392709" y="387350"/>
                  <a:pt x="1135062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98078" y="619442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92163" y="6165852"/>
            <a:ext cx="859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Override: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Emergency alerts from central HQ reach all displays in under 100ms, immediately interrupting local content.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hapter3_mobil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1523208"/>
            <a:ext cx="2273300" cy="387350"/>
          </a:xfrm>
          <a:custGeom>
            <a:avLst/>
            <a:gdLst/>
            <a:ahLst/>
            <a:cxnLst/>
            <a:rect l="l" t="t" r="r" b="b"/>
            <a:pathLst>
              <a:path w="2273300" h="387350">
                <a:moveTo>
                  <a:pt x="38100" y="0"/>
                </a:moveTo>
                <a:lnTo>
                  <a:pt x="2235200" y="0"/>
                </a:lnTo>
                <a:cubicBezTo>
                  <a:pt x="2256242" y="0"/>
                  <a:pt x="2273300" y="17058"/>
                  <a:pt x="2273300" y="38100"/>
                </a:cubicBezTo>
                <a:lnTo>
                  <a:pt x="2273300" y="349250"/>
                </a:lnTo>
                <a:cubicBezTo>
                  <a:pt x="2273300" y="370292"/>
                  <a:pt x="2256242" y="387350"/>
                  <a:pt x="2235200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 w="8467">
            <a:solidFill>
              <a:srgbClr val="C7A66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1627984"/>
            <a:ext cx="19661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8534"/>
            <a:ext cx="513397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638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409284"/>
            <a:ext cx="48482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Browser vs. Native Android App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&amp; Recommendation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Decision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Critical Choice: Web vs Native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222375"/>
            <a:ext cx="5597525" cy="3940175"/>
          </a:xfrm>
          <a:custGeom>
            <a:avLst/>
            <a:gdLst/>
            <a:ahLst/>
            <a:cxnLst/>
            <a:rect l="l" t="t" r="r" b="b"/>
            <a:pathLst>
              <a:path w="5597525" h="3940175">
                <a:moveTo>
                  <a:pt x="76203" y="0"/>
                </a:moveTo>
                <a:lnTo>
                  <a:pt x="5521322" y="0"/>
                </a:lnTo>
                <a:cubicBezTo>
                  <a:pt x="5563408" y="0"/>
                  <a:pt x="5597525" y="34117"/>
                  <a:pt x="5597525" y="76203"/>
                </a:cubicBezTo>
                <a:lnTo>
                  <a:pt x="5597525" y="3863972"/>
                </a:lnTo>
                <a:cubicBezTo>
                  <a:pt x="5597525" y="3906058"/>
                  <a:pt x="5563408" y="3940175"/>
                  <a:pt x="5521322" y="3940175"/>
                </a:cubicBezTo>
                <a:lnTo>
                  <a:pt x="76203" y="3940175"/>
                </a:lnTo>
                <a:cubicBezTo>
                  <a:pt x="34117" y="3940175"/>
                  <a:pt x="0" y="3906058"/>
                  <a:pt x="0" y="38639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7850" y="14160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2156" y="15779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39850" y="1454153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9850" y="1758953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Browser-Based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" y="217805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38103" y="0"/>
                </a:moveTo>
                <a:lnTo>
                  <a:pt x="5172072" y="0"/>
                </a:lnTo>
                <a:cubicBezTo>
                  <a:pt x="5193116" y="0"/>
                  <a:pt x="5210175" y="17059"/>
                  <a:pt x="5210175" y="38103"/>
                </a:cubicBezTo>
                <a:lnTo>
                  <a:pt x="5210175" y="647697"/>
                </a:lnTo>
                <a:cubicBezTo>
                  <a:pt x="5210175" y="668741"/>
                  <a:pt x="5193116" y="685800"/>
                  <a:pt x="51720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9775" y="233045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8850" y="229235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Development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2150" y="2559053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web development only—no platform-specific coding required.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" y="294005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38103" y="0"/>
                </a:moveTo>
                <a:lnTo>
                  <a:pt x="5172072" y="0"/>
                </a:lnTo>
                <a:cubicBezTo>
                  <a:pt x="5193116" y="0"/>
                  <a:pt x="5210175" y="17059"/>
                  <a:pt x="5210175" y="38103"/>
                </a:cubicBezTo>
                <a:lnTo>
                  <a:pt x="5210175" y="647697"/>
                </a:lnTo>
                <a:cubicBezTo>
                  <a:pt x="5210175" y="668741"/>
                  <a:pt x="5193116" y="685800"/>
                  <a:pt x="51720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1200" y="3092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8850" y="3054353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Time-to-Market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2150" y="3321053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existing web infrastructure and deploy via URL.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900" y="3702053"/>
            <a:ext cx="5191125" cy="685800"/>
          </a:xfrm>
          <a:custGeom>
            <a:avLst/>
            <a:gdLst/>
            <a:ahLst/>
            <a:cxnLst/>
            <a:rect l="l" t="t" r="r" b="b"/>
            <a:pathLst>
              <a:path w="5191125" h="685800">
                <a:moveTo>
                  <a:pt x="38100" y="0"/>
                </a:moveTo>
                <a:lnTo>
                  <a:pt x="5153022" y="0"/>
                </a:lnTo>
                <a:cubicBezTo>
                  <a:pt x="5174066" y="0"/>
                  <a:pt x="5191125" y="17059"/>
                  <a:pt x="5191125" y="38103"/>
                </a:cubicBezTo>
                <a:lnTo>
                  <a:pt x="5191125" y="647697"/>
                </a:lnTo>
                <a:cubicBezTo>
                  <a:pt x="5191125" y="668741"/>
                  <a:pt x="5174066" y="685800"/>
                  <a:pt x="515302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6900" y="3702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300" y="3854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6950" y="381635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Limitations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0250" y="4083053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recovery, weak tamper-proofing, poor offline support, stability concerns.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3475" y="1222375"/>
            <a:ext cx="5597525" cy="3940175"/>
          </a:xfrm>
          <a:custGeom>
            <a:avLst/>
            <a:gdLst/>
            <a:ahLst/>
            <a:cxnLst/>
            <a:rect l="l" t="t" r="r" b="b"/>
            <a:pathLst>
              <a:path w="5597525" h="3940175">
                <a:moveTo>
                  <a:pt x="76203" y="0"/>
                </a:moveTo>
                <a:lnTo>
                  <a:pt x="5521322" y="0"/>
                </a:lnTo>
                <a:cubicBezTo>
                  <a:pt x="5563408" y="0"/>
                  <a:pt x="5597525" y="34117"/>
                  <a:pt x="5597525" y="76203"/>
                </a:cubicBezTo>
                <a:lnTo>
                  <a:pt x="5597525" y="3863972"/>
                </a:lnTo>
                <a:cubicBezTo>
                  <a:pt x="5597525" y="3906058"/>
                  <a:pt x="5563408" y="3940175"/>
                  <a:pt x="5521322" y="3940175"/>
                </a:cubicBezTo>
                <a:lnTo>
                  <a:pt x="76203" y="3940175"/>
                </a:lnTo>
                <a:cubicBezTo>
                  <a:pt x="34117" y="3940175"/>
                  <a:pt x="0" y="3906058"/>
                  <a:pt x="0" y="38639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7150" y="14160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07175" y="157797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69150" y="1454153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Native Android App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9150" y="1758953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.apk Deployment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6200" y="2178053"/>
            <a:ext cx="5191125" cy="685800"/>
          </a:xfrm>
          <a:custGeom>
            <a:avLst/>
            <a:gdLst/>
            <a:ahLst/>
            <a:cxnLst/>
            <a:rect l="l" t="t" r="r" b="b"/>
            <a:pathLst>
              <a:path w="5191125" h="685800">
                <a:moveTo>
                  <a:pt x="38100" y="0"/>
                </a:moveTo>
                <a:lnTo>
                  <a:pt x="5153022" y="0"/>
                </a:lnTo>
                <a:cubicBezTo>
                  <a:pt x="5174066" y="0"/>
                  <a:pt x="5191125" y="17059"/>
                  <a:pt x="5191125" y="38103"/>
                </a:cubicBezTo>
                <a:lnTo>
                  <a:pt x="5191125" y="647697"/>
                </a:lnTo>
                <a:cubicBezTo>
                  <a:pt x="5191125" y="668741"/>
                  <a:pt x="5174066" y="685800"/>
                  <a:pt x="515302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26200" y="2178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59550" y="23304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26250" y="2292353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Auto-Start &amp; Recovery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59550" y="2559053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launches automatically on boot. Zero human intervention after power outages.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6200" y="2940053"/>
            <a:ext cx="5191125" cy="685800"/>
          </a:xfrm>
          <a:custGeom>
            <a:avLst/>
            <a:gdLst/>
            <a:ahLst/>
            <a:cxnLst/>
            <a:rect l="l" t="t" r="r" b="b"/>
            <a:pathLst>
              <a:path w="5191125" h="685800">
                <a:moveTo>
                  <a:pt x="38100" y="0"/>
                </a:moveTo>
                <a:lnTo>
                  <a:pt x="5153022" y="0"/>
                </a:lnTo>
                <a:cubicBezTo>
                  <a:pt x="5174066" y="0"/>
                  <a:pt x="5191125" y="17059"/>
                  <a:pt x="5191125" y="38103"/>
                </a:cubicBezTo>
                <a:lnTo>
                  <a:pt x="5191125" y="647697"/>
                </a:lnTo>
                <a:cubicBezTo>
                  <a:pt x="5191125" y="668741"/>
                  <a:pt x="5174066" y="685800"/>
                  <a:pt x="515302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26200" y="2940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97650" y="30924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26250" y="3054353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 Lockdown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9550" y="3321053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staff from exiting to watch TV/YouTube. Complete tamper protection.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6200" y="3702053"/>
            <a:ext cx="5191125" cy="685800"/>
          </a:xfrm>
          <a:custGeom>
            <a:avLst/>
            <a:gdLst/>
            <a:ahLst/>
            <a:cxnLst/>
            <a:rect l="l" t="t" r="r" b="b"/>
            <a:pathLst>
              <a:path w="5191125" h="685800">
                <a:moveTo>
                  <a:pt x="38100" y="0"/>
                </a:moveTo>
                <a:lnTo>
                  <a:pt x="5153022" y="0"/>
                </a:lnTo>
                <a:cubicBezTo>
                  <a:pt x="5174066" y="0"/>
                  <a:pt x="5191125" y="17059"/>
                  <a:pt x="5191125" y="38103"/>
                </a:cubicBezTo>
                <a:lnTo>
                  <a:pt x="5191125" y="647697"/>
                </a:lnTo>
                <a:cubicBezTo>
                  <a:pt x="5191125" y="668741"/>
                  <a:pt x="5174066" y="685800"/>
                  <a:pt x="515302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26200" y="3702053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69075" y="38544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28575"/>
                </a:moveTo>
                <a:cubicBezTo>
                  <a:pt x="58668" y="28575"/>
                  <a:pt x="34171" y="39291"/>
                  <a:pt x="16163" y="56733"/>
                </a:cubicBezTo>
                <a:cubicBezTo>
                  <a:pt x="12383" y="60394"/>
                  <a:pt x="6340" y="60305"/>
                  <a:pt x="2709" y="56525"/>
                </a:cubicBezTo>
                <a:cubicBezTo>
                  <a:pt x="-923" y="52745"/>
                  <a:pt x="-863" y="46702"/>
                  <a:pt x="2917" y="43071"/>
                </a:cubicBezTo>
                <a:cubicBezTo>
                  <a:pt x="24319" y="22294"/>
                  <a:pt x="53548" y="9525"/>
                  <a:pt x="85725" y="9525"/>
                </a:cubicBezTo>
                <a:cubicBezTo>
                  <a:pt x="117902" y="9525"/>
                  <a:pt x="147131" y="22294"/>
                  <a:pt x="168563" y="43071"/>
                </a:cubicBezTo>
                <a:cubicBezTo>
                  <a:pt x="172343" y="46732"/>
                  <a:pt x="172432" y="52774"/>
                  <a:pt x="168771" y="56525"/>
                </a:cubicBezTo>
                <a:cubicBezTo>
                  <a:pt x="165110" y="60275"/>
                  <a:pt x="159068" y="60394"/>
                  <a:pt x="155317" y="56733"/>
                </a:cubicBezTo>
                <a:cubicBezTo>
                  <a:pt x="137279" y="39291"/>
                  <a:pt x="112782" y="28575"/>
                  <a:pt x="85725" y="28575"/>
                </a:cubicBezTo>
                <a:close/>
                <a:moveTo>
                  <a:pt x="71438" y="128588"/>
                </a:moveTo>
                <a:cubicBezTo>
                  <a:pt x="71438" y="120702"/>
                  <a:pt x="77840" y="114300"/>
                  <a:pt x="85725" y="114300"/>
                </a:cubicBezTo>
                <a:cubicBezTo>
                  <a:pt x="93610" y="114300"/>
                  <a:pt x="100013" y="120702"/>
                  <a:pt x="100013" y="128588"/>
                </a:cubicBezTo>
                <a:cubicBezTo>
                  <a:pt x="100013" y="136473"/>
                  <a:pt x="93610" y="142875"/>
                  <a:pt x="85725" y="142875"/>
                </a:cubicBezTo>
                <a:cubicBezTo>
                  <a:pt x="77840" y="142875"/>
                  <a:pt x="71438" y="136473"/>
                  <a:pt x="71438" y="128588"/>
                </a:cubicBezTo>
                <a:close/>
                <a:moveTo>
                  <a:pt x="50006" y="97095"/>
                </a:moveTo>
                <a:cubicBezTo>
                  <a:pt x="46524" y="101054"/>
                  <a:pt x="40511" y="101411"/>
                  <a:pt x="36552" y="97929"/>
                </a:cubicBezTo>
                <a:cubicBezTo>
                  <a:pt x="32593" y="94446"/>
                  <a:pt x="32236" y="88434"/>
                  <a:pt x="35719" y="84475"/>
                </a:cubicBezTo>
                <a:cubicBezTo>
                  <a:pt x="47923" y="70664"/>
                  <a:pt x="65812" y="61912"/>
                  <a:pt x="85725" y="61912"/>
                </a:cubicBezTo>
                <a:cubicBezTo>
                  <a:pt x="105638" y="61912"/>
                  <a:pt x="123527" y="70664"/>
                  <a:pt x="135731" y="84475"/>
                </a:cubicBezTo>
                <a:cubicBezTo>
                  <a:pt x="139214" y="88434"/>
                  <a:pt x="138827" y="94446"/>
                  <a:pt x="134898" y="97929"/>
                </a:cubicBezTo>
                <a:cubicBezTo>
                  <a:pt x="130969" y="101411"/>
                  <a:pt x="124926" y="101025"/>
                  <a:pt x="121444" y="97095"/>
                </a:cubicBezTo>
                <a:cubicBezTo>
                  <a:pt x="112693" y="87184"/>
                  <a:pt x="99953" y="80962"/>
                  <a:pt x="85725" y="80962"/>
                </a:cubicBezTo>
                <a:cubicBezTo>
                  <a:pt x="71497" y="80962"/>
                  <a:pt x="58757" y="87184"/>
                  <a:pt x="50006" y="9709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26250" y="3816353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Offline Playback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59550" y="4083053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Securely caches videos locally. Plays seamlessly during internet outages.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175" y="5324478"/>
            <a:ext cx="11426825" cy="1149350"/>
          </a:xfrm>
          <a:custGeom>
            <a:avLst/>
            <a:gdLst/>
            <a:ahLst/>
            <a:cxnLst/>
            <a:rect l="l" t="t" r="r" b="b"/>
            <a:pathLst>
              <a:path w="11426825" h="1149350">
                <a:moveTo>
                  <a:pt x="76202" y="0"/>
                </a:moveTo>
                <a:lnTo>
                  <a:pt x="11350623" y="0"/>
                </a:lnTo>
                <a:cubicBezTo>
                  <a:pt x="11392708" y="0"/>
                  <a:pt x="11426825" y="34117"/>
                  <a:pt x="11426825" y="76202"/>
                </a:cubicBezTo>
                <a:lnTo>
                  <a:pt x="11426825" y="1073148"/>
                </a:lnTo>
                <a:cubicBezTo>
                  <a:pt x="11426825" y="1115233"/>
                  <a:pt x="11392708" y="1149350"/>
                  <a:pt x="11350623" y="1149350"/>
                </a:cubicBezTo>
                <a:lnTo>
                  <a:pt x="76202" y="1149350"/>
                </a:lnTo>
                <a:cubicBezTo>
                  <a:pt x="34117" y="1149350"/>
                  <a:pt x="0" y="1115233"/>
                  <a:pt x="0" y="10731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7A66C">
              <a:alpha val="1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9750" y="551815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7900" y="5480052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Architectural Decision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7900" y="5822952"/>
            <a:ext cx="10753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choice impacts </a:t>
            </a: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stability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costs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the entire enterprise deployment. While web apps offer lower upfront costs, native apps deliver superior reliability for mission-critical 24/7 operations.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Research-Backed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Comparison Matrix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146" y="1018646"/>
            <a:ext cx="11554354" cy="4521729"/>
          </a:xfrm>
          <a:custGeom>
            <a:avLst/>
            <a:gdLst/>
            <a:ahLst/>
            <a:cxnLst/>
            <a:rect l="l" t="t" r="r" b="b"/>
            <a:pathLst>
              <a:path w="11554354" h="4521729">
                <a:moveTo>
                  <a:pt x="63485" y="0"/>
                </a:moveTo>
                <a:lnTo>
                  <a:pt x="11490869" y="0"/>
                </a:lnTo>
                <a:cubicBezTo>
                  <a:pt x="11525931" y="0"/>
                  <a:pt x="11554354" y="28423"/>
                  <a:pt x="11554354" y="63485"/>
                </a:cubicBezTo>
                <a:lnTo>
                  <a:pt x="11554354" y="4458244"/>
                </a:lnTo>
                <a:cubicBezTo>
                  <a:pt x="11554354" y="4493306"/>
                  <a:pt x="11525931" y="4521729"/>
                  <a:pt x="11490869" y="4521729"/>
                </a:cubicBezTo>
                <a:lnTo>
                  <a:pt x="63485" y="4521729"/>
                </a:lnTo>
                <a:cubicBezTo>
                  <a:pt x="28423" y="4521729"/>
                  <a:pt x="0" y="4493306"/>
                  <a:pt x="0" y="4458244"/>
                </a:cubicBezTo>
                <a:lnTo>
                  <a:pt x="0" y="63485"/>
                </a:lnTo>
                <a:cubicBezTo>
                  <a:pt x="0" y="28447"/>
                  <a:pt x="28447" y="0"/>
                  <a:pt x="63485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58882" y="1150940"/>
            <a:ext cx="3672417" cy="608542"/>
          </a:xfrm>
          <a:custGeom>
            <a:avLst/>
            <a:gdLst/>
            <a:ahLst/>
            <a:cxnLst/>
            <a:rect l="l" t="t" r="r" b="b"/>
            <a:pathLst>
              <a:path w="3672417" h="608542">
                <a:moveTo>
                  <a:pt x="63501" y="0"/>
                </a:moveTo>
                <a:lnTo>
                  <a:pt x="3608915" y="0"/>
                </a:lnTo>
                <a:cubicBezTo>
                  <a:pt x="3643986" y="0"/>
                  <a:pt x="3672417" y="28431"/>
                  <a:pt x="3672417" y="63501"/>
                </a:cubicBezTo>
                <a:lnTo>
                  <a:pt x="3672417" y="545040"/>
                </a:lnTo>
                <a:cubicBezTo>
                  <a:pt x="3672417" y="580111"/>
                  <a:pt x="3643986" y="608542"/>
                  <a:pt x="3608915" y="608542"/>
                </a:cubicBezTo>
                <a:lnTo>
                  <a:pt x="63501" y="608542"/>
                </a:lnTo>
                <a:cubicBezTo>
                  <a:pt x="28431" y="608542"/>
                  <a:pt x="0" y="580111"/>
                  <a:pt x="0" y="545040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21059" y="1248835"/>
            <a:ext cx="354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28997" y="1502835"/>
            <a:ext cx="353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URL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5327" y="1150940"/>
            <a:ext cx="3672417" cy="608542"/>
          </a:xfrm>
          <a:custGeom>
            <a:avLst/>
            <a:gdLst/>
            <a:ahLst/>
            <a:cxnLst/>
            <a:rect l="l" t="t" r="r" b="b"/>
            <a:pathLst>
              <a:path w="3672417" h="608542">
                <a:moveTo>
                  <a:pt x="63501" y="0"/>
                </a:moveTo>
                <a:lnTo>
                  <a:pt x="3608915" y="0"/>
                </a:lnTo>
                <a:cubicBezTo>
                  <a:pt x="3643986" y="0"/>
                  <a:pt x="3672417" y="28431"/>
                  <a:pt x="3672417" y="63501"/>
                </a:cubicBezTo>
                <a:lnTo>
                  <a:pt x="3672417" y="545040"/>
                </a:lnTo>
                <a:cubicBezTo>
                  <a:pt x="3672417" y="580111"/>
                  <a:pt x="3643986" y="608542"/>
                  <a:pt x="3608915" y="608542"/>
                </a:cubicBezTo>
                <a:lnTo>
                  <a:pt x="63501" y="608542"/>
                </a:lnTo>
                <a:cubicBezTo>
                  <a:pt x="28431" y="608542"/>
                  <a:pt x="0" y="580111"/>
                  <a:pt x="0" y="545040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27504" y="1248835"/>
            <a:ext cx="354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Native Android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5441" y="1502835"/>
            <a:ext cx="353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.apk Deployment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9792" y="185737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5042" y="203200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Cost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89543" y="1957919"/>
            <a:ext cx="412750" cy="185208"/>
          </a:xfrm>
          <a:custGeom>
            <a:avLst/>
            <a:gdLst/>
            <a:ahLst/>
            <a:cxnLst/>
            <a:rect l="l" t="t" r="r" b="b"/>
            <a:pathLst>
              <a:path w="412750" h="185208">
                <a:moveTo>
                  <a:pt x="31750" y="0"/>
                </a:moveTo>
                <a:lnTo>
                  <a:pt x="381000" y="0"/>
                </a:lnTo>
                <a:cubicBezTo>
                  <a:pt x="398535" y="0"/>
                  <a:pt x="412750" y="14215"/>
                  <a:pt x="412750" y="31750"/>
                </a:cubicBezTo>
                <a:lnTo>
                  <a:pt x="412750" y="153458"/>
                </a:lnTo>
                <a:cubicBezTo>
                  <a:pt x="412750" y="170993"/>
                  <a:pt x="398535" y="185208"/>
                  <a:pt x="381000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61761" y="1957919"/>
            <a:ext cx="468313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64174" y="21748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web only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33682" y="1957919"/>
            <a:ext cx="610361" cy="185208"/>
          </a:xfrm>
          <a:custGeom>
            <a:avLst/>
            <a:gdLst/>
            <a:ahLst/>
            <a:cxnLst/>
            <a:rect l="l" t="t" r="r" b="b"/>
            <a:pathLst>
              <a:path w="610361" h="185208">
                <a:moveTo>
                  <a:pt x="31750" y="0"/>
                </a:moveTo>
                <a:lnTo>
                  <a:pt x="578610" y="0"/>
                </a:lnTo>
                <a:cubicBezTo>
                  <a:pt x="596146" y="0"/>
                  <a:pt x="610361" y="14215"/>
                  <a:pt x="610361" y="31750"/>
                </a:cubicBezTo>
                <a:lnTo>
                  <a:pt x="610361" y="153458"/>
                </a:lnTo>
                <a:cubicBezTo>
                  <a:pt x="610361" y="170993"/>
                  <a:pt x="596146" y="185208"/>
                  <a:pt x="578610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05900" y="1957919"/>
            <a:ext cx="665923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7119" y="21748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Android/Kotlin dev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792" y="246062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5042" y="263525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Auto-Start &amp; Recovery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09258" y="2561169"/>
            <a:ext cx="573319" cy="185208"/>
          </a:xfrm>
          <a:custGeom>
            <a:avLst/>
            <a:gdLst/>
            <a:ahLst/>
            <a:cxnLst/>
            <a:rect l="l" t="t" r="r" b="b"/>
            <a:pathLst>
              <a:path w="573319" h="185208">
                <a:moveTo>
                  <a:pt x="31750" y="0"/>
                </a:moveTo>
                <a:lnTo>
                  <a:pt x="541569" y="0"/>
                </a:lnTo>
                <a:cubicBezTo>
                  <a:pt x="559104" y="0"/>
                  <a:pt x="573319" y="14215"/>
                  <a:pt x="573319" y="31750"/>
                </a:cubicBezTo>
                <a:lnTo>
                  <a:pt x="573319" y="153458"/>
                </a:lnTo>
                <a:cubicBezTo>
                  <a:pt x="573319" y="170993"/>
                  <a:pt x="559104" y="185208"/>
                  <a:pt x="541569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81477" y="2561169"/>
            <a:ext cx="628882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4174" y="27781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+ remote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53480" y="2561169"/>
            <a:ext cx="770847" cy="185208"/>
          </a:xfrm>
          <a:custGeom>
            <a:avLst/>
            <a:gdLst/>
            <a:ahLst/>
            <a:cxnLst/>
            <a:rect l="l" t="t" r="r" b="b"/>
            <a:pathLst>
              <a:path w="770847" h="185208">
                <a:moveTo>
                  <a:pt x="31750" y="0"/>
                </a:moveTo>
                <a:lnTo>
                  <a:pt x="739097" y="0"/>
                </a:lnTo>
                <a:cubicBezTo>
                  <a:pt x="756632" y="0"/>
                  <a:pt x="770847" y="14215"/>
                  <a:pt x="770847" y="31750"/>
                </a:cubicBezTo>
                <a:lnTo>
                  <a:pt x="770847" y="153458"/>
                </a:lnTo>
                <a:cubicBezTo>
                  <a:pt x="770847" y="170993"/>
                  <a:pt x="756632" y="185208"/>
                  <a:pt x="739097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25699" y="2561169"/>
            <a:ext cx="826410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07119" y="27781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intervention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9792" y="306387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5042" y="323850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Tamper-Proofing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5560" y="3164419"/>
            <a:ext cx="480798" cy="185208"/>
          </a:xfrm>
          <a:custGeom>
            <a:avLst/>
            <a:gdLst/>
            <a:ahLst/>
            <a:cxnLst/>
            <a:rect l="l" t="t" r="r" b="b"/>
            <a:pathLst>
              <a:path w="480798" h="185208">
                <a:moveTo>
                  <a:pt x="31750" y="0"/>
                </a:moveTo>
                <a:lnTo>
                  <a:pt x="449047" y="0"/>
                </a:lnTo>
                <a:cubicBezTo>
                  <a:pt x="466582" y="0"/>
                  <a:pt x="480798" y="14215"/>
                  <a:pt x="480798" y="31750"/>
                </a:cubicBezTo>
                <a:lnTo>
                  <a:pt x="480798" y="153458"/>
                </a:lnTo>
                <a:cubicBezTo>
                  <a:pt x="480798" y="170993"/>
                  <a:pt x="466582" y="185208"/>
                  <a:pt x="449047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27779" y="3164419"/>
            <a:ext cx="536360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64174" y="33813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to TV/YT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64605" y="3164419"/>
            <a:ext cx="548514" cy="185208"/>
          </a:xfrm>
          <a:custGeom>
            <a:avLst/>
            <a:gdLst/>
            <a:ahLst/>
            <a:cxnLst/>
            <a:rect l="l" t="t" r="r" b="b"/>
            <a:pathLst>
              <a:path w="548514" h="185208">
                <a:moveTo>
                  <a:pt x="31750" y="0"/>
                </a:moveTo>
                <a:lnTo>
                  <a:pt x="516764" y="0"/>
                </a:lnTo>
                <a:cubicBezTo>
                  <a:pt x="534299" y="0"/>
                  <a:pt x="548514" y="14215"/>
                  <a:pt x="548514" y="31750"/>
                </a:cubicBezTo>
                <a:lnTo>
                  <a:pt x="548514" y="153458"/>
                </a:lnTo>
                <a:cubicBezTo>
                  <a:pt x="548514" y="170993"/>
                  <a:pt x="534299" y="185208"/>
                  <a:pt x="516764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36824" y="3164419"/>
            <a:ext cx="604077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07119" y="33813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 lock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9792" y="366712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5042" y="384175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Offline Playback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74081" y="3767669"/>
            <a:ext cx="443673" cy="185208"/>
          </a:xfrm>
          <a:custGeom>
            <a:avLst/>
            <a:gdLst/>
            <a:ahLst/>
            <a:cxnLst/>
            <a:rect l="l" t="t" r="r" b="b"/>
            <a:pathLst>
              <a:path w="443673" h="185208">
                <a:moveTo>
                  <a:pt x="31750" y="0"/>
                </a:moveTo>
                <a:lnTo>
                  <a:pt x="411923" y="0"/>
                </a:lnTo>
                <a:cubicBezTo>
                  <a:pt x="429458" y="0"/>
                  <a:pt x="443673" y="14215"/>
                  <a:pt x="443673" y="31750"/>
                </a:cubicBezTo>
                <a:lnTo>
                  <a:pt x="443673" y="153458"/>
                </a:lnTo>
                <a:cubicBezTo>
                  <a:pt x="443673" y="170993"/>
                  <a:pt x="429458" y="185208"/>
                  <a:pt x="411923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46300" y="3767669"/>
            <a:ext cx="499236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64174" y="39846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Blank on outage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52285" y="3767669"/>
            <a:ext cx="573236" cy="185208"/>
          </a:xfrm>
          <a:custGeom>
            <a:avLst/>
            <a:gdLst/>
            <a:ahLst/>
            <a:cxnLst/>
            <a:rect l="l" t="t" r="r" b="b"/>
            <a:pathLst>
              <a:path w="573236" h="185208">
                <a:moveTo>
                  <a:pt x="31750" y="0"/>
                </a:moveTo>
                <a:lnTo>
                  <a:pt x="541486" y="0"/>
                </a:lnTo>
                <a:cubicBezTo>
                  <a:pt x="559021" y="0"/>
                  <a:pt x="573236" y="14215"/>
                  <a:pt x="573236" y="31750"/>
                </a:cubicBezTo>
                <a:lnTo>
                  <a:pt x="573236" y="153458"/>
                </a:lnTo>
                <a:cubicBezTo>
                  <a:pt x="573236" y="170993"/>
                  <a:pt x="559021" y="185208"/>
                  <a:pt x="541486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24504" y="3767669"/>
            <a:ext cx="628799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07119" y="39846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Cached locally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9792" y="427037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5042" y="444500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Stability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53695" y="4370919"/>
            <a:ext cx="684527" cy="185208"/>
          </a:xfrm>
          <a:custGeom>
            <a:avLst/>
            <a:gdLst/>
            <a:ahLst/>
            <a:cxnLst/>
            <a:rect l="l" t="t" r="r" b="b"/>
            <a:pathLst>
              <a:path w="684527" h="185208">
                <a:moveTo>
                  <a:pt x="31750" y="0"/>
                </a:moveTo>
                <a:lnTo>
                  <a:pt x="652776" y="0"/>
                </a:lnTo>
                <a:cubicBezTo>
                  <a:pt x="670312" y="0"/>
                  <a:pt x="684527" y="14215"/>
                  <a:pt x="684527" y="31750"/>
                </a:cubicBezTo>
                <a:lnTo>
                  <a:pt x="684527" y="153458"/>
                </a:lnTo>
                <a:cubicBezTo>
                  <a:pt x="684527" y="170993"/>
                  <a:pt x="670312" y="185208"/>
                  <a:pt x="652776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25914" y="4370919"/>
            <a:ext cx="740089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264174" y="45878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crashes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620168" y="4370919"/>
            <a:ext cx="437389" cy="185208"/>
          </a:xfrm>
          <a:custGeom>
            <a:avLst/>
            <a:gdLst/>
            <a:ahLst/>
            <a:cxnLst/>
            <a:rect l="l" t="t" r="r" b="b"/>
            <a:pathLst>
              <a:path w="437389" h="185208">
                <a:moveTo>
                  <a:pt x="31750" y="0"/>
                </a:moveTo>
                <a:lnTo>
                  <a:pt x="405639" y="0"/>
                </a:lnTo>
                <a:cubicBezTo>
                  <a:pt x="423174" y="0"/>
                  <a:pt x="437389" y="14215"/>
                  <a:pt x="437389" y="31750"/>
                </a:cubicBezTo>
                <a:lnTo>
                  <a:pt x="437389" y="153458"/>
                </a:lnTo>
                <a:cubicBezTo>
                  <a:pt x="437389" y="170993"/>
                  <a:pt x="423174" y="185208"/>
                  <a:pt x="405639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592386" y="4370919"/>
            <a:ext cx="492952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07119" y="458787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HW acceleration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9792" y="4873625"/>
            <a:ext cx="11295063" cy="539750"/>
          </a:xfrm>
          <a:custGeom>
            <a:avLst/>
            <a:gdLst/>
            <a:ahLst/>
            <a:cxnLst/>
            <a:rect l="l" t="t" r="r" b="b"/>
            <a:pathLst>
              <a:path w="11295063" h="539750">
                <a:moveTo>
                  <a:pt x="63502" y="0"/>
                </a:moveTo>
                <a:lnTo>
                  <a:pt x="11231561" y="0"/>
                </a:lnTo>
                <a:cubicBezTo>
                  <a:pt x="11266632" y="0"/>
                  <a:pt x="11295063" y="28431"/>
                  <a:pt x="11295063" y="63502"/>
                </a:cubicBezTo>
                <a:lnTo>
                  <a:pt x="11295063" y="476248"/>
                </a:lnTo>
                <a:cubicBezTo>
                  <a:pt x="11295062" y="511319"/>
                  <a:pt x="11266632" y="539750"/>
                  <a:pt x="112315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5042" y="5048250"/>
            <a:ext cx="36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Efficiency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53236" y="4974169"/>
            <a:ext cx="885445" cy="185208"/>
          </a:xfrm>
          <a:custGeom>
            <a:avLst/>
            <a:gdLst/>
            <a:ahLst/>
            <a:cxnLst/>
            <a:rect l="l" t="t" r="r" b="b"/>
            <a:pathLst>
              <a:path w="885445" h="185208">
                <a:moveTo>
                  <a:pt x="31750" y="0"/>
                </a:moveTo>
                <a:lnTo>
                  <a:pt x="853694" y="0"/>
                </a:lnTo>
                <a:cubicBezTo>
                  <a:pt x="871230" y="0"/>
                  <a:pt x="885445" y="14215"/>
                  <a:pt x="885445" y="31750"/>
                </a:cubicBezTo>
                <a:lnTo>
                  <a:pt x="885445" y="153458"/>
                </a:lnTo>
                <a:cubicBezTo>
                  <a:pt x="885445" y="170993"/>
                  <a:pt x="871230" y="185208"/>
                  <a:pt x="853694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25455" y="4974169"/>
            <a:ext cx="941007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+53% Energy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64174" y="51911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+49% CPU usage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475060" y="4974169"/>
            <a:ext cx="727687" cy="185208"/>
          </a:xfrm>
          <a:custGeom>
            <a:avLst/>
            <a:gdLst/>
            <a:ahLst/>
            <a:cxnLst/>
            <a:rect l="l" t="t" r="r" b="b"/>
            <a:pathLst>
              <a:path w="727687" h="185208">
                <a:moveTo>
                  <a:pt x="31750" y="0"/>
                </a:moveTo>
                <a:lnTo>
                  <a:pt x="695937" y="0"/>
                </a:lnTo>
                <a:cubicBezTo>
                  <a:pt x="713472" y="0"/>
                  <a:pt x="727687" y="14215"/>
                  <a:pt x="727687" y="31750"/>
                </a:cubicBezTo>
                <a:lnTo>
                  <a:pt x="727687" y="153458"/>
                </a:lnTo>
                <a:cubicBezTo>
                  <a:pt x="727687" y="170993"/>
                  <a:pt x="713472" y="185208"/>
                  <a:pt x="695937" y="185208"/>
                </a:cubicBezTo>
                <a:lnTo>
                  <a:pt x="31750" y="185208"/>
                </a:lnTo>
                <a:cubicBezTo>
                  <a:pt x="14215" y="185208"/>
                  <a:pt x="0" y="170993"/>
                  <a:pt x="0" y="15345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447279" y="4974169"/>
            <a:ext cx="783249" cy="185208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07119" y="5191125"/>
            <a:ext cx="3667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53% less energy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0146" y="5643565"/>
            <a:ext cx="3759729" cy="672042"/>
          </a:xfrm>
          <a:custGeom>
            <a:avLst/>
            <a:gdLst/>
            <a:ahLst/>
            <a:cxnLst/>
            <a:rect l="l" t="t" r="r" b="b"/>
            <a:pathLst>
              <a:path w="3759729" h="672042">
                <a:moveTo>
                  <a:pt x="63501" y="0"/>
                </a:moveTo>
                <a:lnTo>
                  <a:pt x="3696228" y="0"/>
                </a:lnTo>
                <a:cubicBezTo>
                  <a:pt x="3731299" y="0"/>
                  <a:pt x="3759729" y="28430"/>
                  <a:pt x="3759729" y="63501"/>
                </a:cubicBezTo>
                <a:lnTo>
                  <a:pt x="3759729" y="608540"/>
                </a:lnTo>
                <a:cubicBezTo>
                  <a:pt x="3759729" y="643611"/>
                  <a:pt x="3731299" y="672042"/>
                  <a:pt x="3696228" y="672042"/>
                </a:cubicBezTo>
                <a:lnTo>
                  <a:pt x="63501" y="672042"/>
                </a:lnTo>
                <a:cubicBezTo>
                  <a:pt x="28430" y="672042"/>
                  <a:pt x="0" y="643611"/>
                  <a:pt x="0" y="608540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58510" y="5741464"/>
            <a:ext cx="368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53%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90260" y="6058964"/>
            <a:ext cx="361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Energy (Native)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14813" y="5643565"/>
            <a:ext cx="3759729" cy="672042"/>
          </a:xfrm>
          <a:custGeom>
            <a:avLst/>
            <a:gdLst/>
            <a:ahLst/>
            <a:cxnLst/>
            <a:rect l="l" t="t" r="r" b="b"/>
            <a:pathLst>
              <a:path w="3759729" h="672042">
                <a:moveTo>
                  <a:pt x="63501" y="0"/>
                </a:moveTo>
                <a:lnTo>
                  <a:pt x="3696228" y="0"/>
                </a:lnTo>
                <a:cubicBezTo>
                  <a:pt x="3731299" y="0"/>
                  <a:pt x="3759729" y="28430"/>
                  <a:pt x="3759729" y="63501"/>
                </a:cubicBezTo>
                <a:lnTo>
                  <a:pt x="3759729" y="608540"/>
                </a:lnTo>
                <a:cubicBezTo>
                  <a:pt x="3759729" y="643611"/>
                  <a:pt x="3731299" y="672042"/>
                  <a:pt x="3696228" y="672042"/>
                </a:cubicBezTo>
                <a:lnTo>
                  <a:pt x="63501" y="672042"/>
                </a:lnTo>
                <a:cubicBezTo>
                  <a:pt x="28430" y="672042"/>
                  <a:pt x="0" y="643611"/>
                  <a:pt x="0" y="608540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53177" y="5741464"/>
            <a:ext cx="368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49%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284927" y="6058964"/>
            <a:ext cx="361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CPU Usage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09479" y="5643565"/>
            <a:ext cx="3759729" cy="672042"/>
          </a:xfrm>
          <a:custGeom>
            <a:avLst/>
            <a:gdLst/>
            <a:ahLst/>
            <a:cxnLst/>
            <a:rect l="l" t="t" r="r" b="b"/>
            <a:pathLst>
              <a:path w="3759729" h="672042">
                <a:moveTo>
                  <a:pt x="63501" y="0"/>
                </a:moveTo>
                <a:lnTo>
                  <a:pt x="3696228" y="0"/>
                </a:lnTo>
                <a:cubicBezTo>
                  <a:pt x="3731299" y="0"/>
                  <a:pt x="3759729" y="28430"/>
                  <a:pt x="3759729" y="63501"/>
                </a:cubicBezTo>
                <a:lnTo>
                  <a:pt x="3759729" y="608540"/>
                </a:lnTo>
                <a:cubicBezTo>
                  <a:pt x="3759729" y="643611"/>
                  <a:pt x="3731299" y="672042"/>
                  <a:pt x="3696228" y="672042"/>
                </a:cubicBezTo>
                <a:lnTo>
                  <a:pt x="63501" y="672042"/>
                </a:lnTo>
                <a:cubicBezTo>
                  <a:pt x="28430" y="672042"/>
                  <a:pt x="0" y="643611"/>
                  <a:pt x="0" y="608540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7A66C">
              <a:alpha val="1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147844" y="5741464"/>
            <a:ext cx="368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99.7%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79594" y="6058964"/>
            <a:ext cx="361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with Caching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0146" y="6416146"/>
            <a:ext cx="11554354" cy="354542"/>
          </a:xfrm>
          <a:custGeom>
            <a:avLst/>
            <a:gdLst/>
            <a:ahLst/>
            <a:cxnLst/>
            <a:rect l="l" t="t" r="r" b="b"/>
            <a:pathLst>
              <a:path w="11554354" h="354542">
                <a:moveTo>
                  <a:pt x="63498" y="0"/>
                </a:moveTo>
                <a:lnTo>
                  <a:pt x="11490856" y="0"/>
                </a:lnTo>
                <a:cubicBezTo>
                  <a:pt x="11525925" y="0"/>
                  <a:pt x="11554354" y="28429"/>
                  <a:pt x="11554354" y="63498"/>
                </a:cubicBezTo>
                <a:lnTo>
                  <a:pt x="11554354" y="291043"/>
                </a:lnTo>
                <a:cubicBezTo>
                  <a:pt x="11554354" y="326112"/>
                  <a:pt x="11525925" y="354542"/>
                  <a:pt x="11490856" y="354542"/>
                </a:cubicBezTo>
                <a:lnTo>
                  <a:pt x="63498" y="354542"/>
                </a:lnTo>
                <a:cubicBezTo>
                  <a:pt x="28429" y="354542"/>
                  <a:pt x="0" y="326112"/>
                  <a:pt x="0" y="291043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46815" y="652198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0367" y="0"/>
                </a:moveTo>
                <a:lnTo>
                  <a:pt x="35719" y="0"/>
                </a:lnTo>
                <a:cubicBezTo>
                  <a:pt x="30780" y="0"/>
                  <a:pt x="26789" y="3990"/>
                  <a:pt x="26789" y="8930"/>
                </a:cubicBezTo>
                <a:cubicBezTo>
                  <a:pt x="26789" y="13869"/>
                  <a:pt x="30780" y="17859"/>
                  <a:pt x="35719" y="17859"/>
                </a:cubicBezTo>
                <a:lnTo>
                  <a:pt x="35719" y="60136"/>
                </a:lnTo>
                <a:lnTo>
                  <a:pt x="2093" y="118960"/>
                </a:lnTo>
                <a:cubicBezTo>
                  <a:pt x="726" y="121388"/>
                  <a:pt x="0" y="124095"/>
                  <a:pt x="0" y="126885"/>
                </a:cubicBezTo>
                <a:cubicBezTo>
                  <a:pt x="0" y="135731"/>
                  <a:pt x="7144" y="142875"/>
                  <a:pt x="15990" y="142875"/>
                </a:cubicBezTo>
                <a:lnTo>
                  <a:pt x="109026" y="142875"/>
                </a:lnTo>
                <a:cubicBezTo>
                  <a:pt x="117844" y="142875"/>
                  <a:pt x="125016" y="135731"/>
                  <a:pt x="125016" y="126885"/>
                </a:cubicBezTo>
                <a:cubicBezTo>
                  <a:pt x="125016" y="124095"/>
                  <a:pt x="124290" y="121360"/>
                  <a:pt x="122923" y="118960"/>
                </a:cubicBezTo>
                <a:lnTo>
                  <a:pt x="89297" y="60136"/>
                </a:lnTo>
                <a:lnTo>
                  <a:pt x="89297" y="17859"/>
                </a:lnTo>
                <a:cubicBezTo>
                  <a:pt x="94236" y="17859"/>
                  <a:pt x="98227" y="13869"/>
                  <a:pt x="98227" y="8930"/>
                </a:cubicBezTo>
                <a:cubicBezTo>
                  <a:pt x="98227" y="3990"/>
                  <a:pt x="94236" y="0"/>
                  <a:pt x="89297" y="0"/>
                </a:cubicBezTo>
                <a:lnTo>
                  <a:pt x="80367" y="0"/>
                </a:lnTo>
                <a:close/>
                <a:moveTo>
                  <a:pt x="53578" y="60136"/>
                </a:moveTo>
                <a:lnTo>
                  <a:pt x="53578" y="17859"/>
                </a:lnTo>
                <a:lnTo>
                  <a:pt x="71438" y="17859"/>
                </a:lnTo>
                <a:lnTo>
                  <a:pt x="71438" y="60136"/>
                </a:lnTo>
                <a:cubicBezTo>
                  <a:pt x="71438" y="63233"/>
                  <a:pt x="72247" y="66303"/>
                  <a:pt x="73782" y="69010"/>
                </a:cubicBezTo>
                <a:lnTo>
                  <a:pt x="85390" y="89297"/>
                </a:lnTo>
                <a:lnTo>
                  <a:pt x="39625" y="89297"/>
                </a:lnTo>
                <a:lnTo>
                  <a:pt x="51234" y="69010"/>
                </a:lnTo>
                <a:cubicBezTo>
                  <a:pt x="52769" y="66303"/>
                  <a:pt x="53578" y="63261"/>
                  <a:pt x="53578" y="6013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91885" y="6514044"/>
            <a:ext cx="608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Source:</a:t>
            </a: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Vrije Universiteit Amsterdam study on native vs web app energy consumption and performance (2023).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Recommendation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Native Android App for Enterprise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75" y="1108075"/>
            <a:ext cx="6197600" cy="4587875"/>
          </a:xfrm>
          <a:custGeom>
            <a:avLst/>
            <a:gdLst/>
            <a:ahLst/>
            <a:cxnLst/>
            <a:rect l="l" t="t" r="r" b="b"/>
            <a:pathLst>
              <a:path w="6197600" h="4587875">
                <a:moveTo>
                  <a:pt x="76205" y="0"/>
                </a:moveTo>
                <a:lnTo>
                  <a:pt x="6121395" y="0"/>
                </a:lnTo>
                <a:cubicBezTo>
                  <a:pt x="6163482" y="0"/>
                  <a:pt x="6197600" y="34118"/>
                  <a:pt x="6197600" y="76205"/>
                </a:cubicBezTo>
                <a:lnTo>
                  <a:pt x="6197600" y="4511670"/>
                </a:lnTo>
                <a:cubicBezTo>
                  <a:pt x="6197600" y="4553757"/>
                  <a:pt x="6163482" y="4587875"/>
                  <a:pt x="6121395" y="4587875"/>
                </a:cubicBezTo>
                <a:lnTo>
                  <a:pt x="76205" y="4587875"/>
                </a:lnTo>
                <a:cubicBezTo>
                  <a:pt x="34118" y="4587875"/>
                  <a:pt x="0" y="4553757"/>
                  <a:pt x="0" y="45116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750" y="1263653"/>
            <a:ext cx="598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Native is Essential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1707059"/>
            <a:ext cx="5867400" cy="1123950"/>
          </a:xfrm>
          <a:custGeom>
            <a:avLst/>
            <a:gdLst/>
            <a:ahLst/>
            <a:cxnLst/>
            <a:rect l="l" t="t" r="r" b="b"/>
            <a:pathLst>
              <a:path w="5867400" h="1123950">
                <a:moveTo>
                  <a:pt x="38100" y="0"/>
                </a:moveTo>
                <a:lnTo>
                  <a:pt x="5791196" y="0"/>
                </a:lnTo>
                <a:cubicBezTo>
                  <a:pt x="5833282" y="0"/>
                  <a:pt x="5867400" y="34118"/>
                  <a:pt x="5867400" y="76204"/>
                </a:cubicBezTo>
                <a:lnTo>
                  <a:pt x="5867400" y="1047746"/>
                </a:lnTo>
                <a:cubicBezTo>
                  <a:pt x="5867400" y="1089832"/>
                  <a:pt x="5833282" y="1123950"/>
                  <a:pt x="57911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8800" y="1707059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2150" y="18213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300" y="189755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1250" y="1821359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Unattended 24/7 Operation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1250" y="2088059"/>
            <a:ext cx="52768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digital signage must operate continuously without human intervention. Native apps provide automated recovery, kiosk mode, and offline resilience required for mission-critical deployments.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" y="3032131"/>
            <a:ext cx="5867400" cy="1123950"/>
          </a:xfrm>
          <a:custGeom>
            <a:avLst/>
            <a:gdLst/>
            <a:ahLst/>
            <a:cxnLst/>
            <a:rect l="l" t="t" r="r" b="b"/>
            <a:pathLst>
              <a:path w="5867400" h="1123950">
                <a:moveTo>
                  <a:pt x="38100" y="0"/>
                </a:moveTo>
                <a:lnTo>
                  <a:pt x="5791196" y="0"/>
                </a:lnTo>
                <a:cubicBezTo>
                  <a:pt x="5833282" y="0"/>
                  <a:pt x="5867400" y="34118"/>
                  <a:pt x="5867400" y="76204"/>
                </a:cubicBezTo>
                <a:lnTo>
                  <a:pt x="5867400" y="1047746"/>
                </a:lnTo>
                <a:cubicBezTo>
                  <a:pt x="5867400" y="1089832"/>
                  <a:pt x="5833282" y="1123950"/>
                  <a:pt x="57911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8800" y="3032131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2150" y="31464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350" y="32226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1250" y="3146431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Tamper-Proof Corporate Environment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" y="3413131"/>
            <a:ext cx="52768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 prevents unauthorized access, ensuring staff cannot exit to watch TV or YouTube. Maintains professional display integrity and prevents misuse.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800" y="4357092"/>
            <a:ext cx="5867400" cy="1123950"/>
          </a:xfrm>
          <a:custGeom>
            <a:avLst/>
            <a:gdLst/>
            <a:ahLst/>
            <a:cxnLst/>
            <a:rect l="l" t="t" r="r" b="b"/>
            <a:pathLst>
              <a:path w="5867400" h="1123950">
                <a:moveTo>
                  <a:pt x="38100" y="0"/>
                </a:moveTo>
                <a:lnTo>
                  <a:pt x="5791196" y="0"/>
                </a:lnTo>
                <a:cubicBezTo>
                  <a:pt x="5833282" y="0"/>
                  <a:pt x="5867400" y="34118"/>
                  <a:pt x="5867400" y="76204"/>
                </a:cubicBezTo>
                <a:lnTo>
                  <a:pt x="5867400" y="1047746"/>
                </a:lnTo>
                <a:cubicBezTo>
                  <a:pt x="5867400" y="1089832"/>
                  <a:pt x="5833282" y="1123950"/>
                  <a:pt x="579119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8800" y="4357092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2150" y="447139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875" y="454759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1250" y="4471392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Resource Efficiency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1250" y="4738092"/>
            <a:ext cx="52768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confirms native apps consume 53% less energy and 49% less CPU than WebView. Lower hardware strain extends device lifespan and reduces operational costs.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39235" y="1108075"/>
            <a:ext cx="5064125" cy="3854450"/>
          </a:xfrm>
          <a:custGeom>
            <a:avLst/>
            <a:gdLst/>
            <a:ahLst/>
            <a:cxnLst/>
            <a:rect l="l" t="t" r="r" b="b"/>
            <a:pathLst>
              <a:path w="5064125" h="3854450">
                <a:moveTo>
                  <a:pt x="76202" y="0"/>
                </a:moveTo>
                <a:lnTo>
                  <a:pt x="4987923" y="0"/>
                </a:lnTo>
                <a:cubicBezTo>
                  <a:pt x="5030008" y="0"/>
                  <a:pt x="5064125" y="34117"/>
                  <a:pt x="5064125" y="76202"/>
                </a:cubicBezTo>
                <a:lnTo>
                  <a:pt x="5064125" y="3778248"/>
                </a:lnTo>
                <a:cubicBezTo>
                  <a:pt x="5064125" y="3820333"/>
                  <a:pt x="5030008" y="3854450"/>
                  <a:pt x="4987923" y="3854450"/>
                </a:cubicBezTo>
                <a:lnTo>
                  <a:pt x="76202" y="3854450"/>
                </a:lnTo>
                <a:cubicBezTo>
                  <a:pt x="34117" y="3854450"/>
                  <a:pt x="0" y="3820333"/>
                  <a:pt x="0" y="37782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811" y="1263653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Requirements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94811" y="1644653"/>
            <a:ext cx="4752975" cy="571500"/>
          </a:xfrm>
          <a:custGeom>
            <a:avLst/>
            <a:gdLst/>
            <a:ahLst/>
            <a:cxnLst/>
            <a:rect l="l" t="t" r="r" b="b"/>
            <a:pathLst>
              <a:path w="4752975" h="571500">
                <a:moveTo>
                  <a:pt x="38102" y="0"/>
                </a:moveTo>
                <a:lnTo>
                  <a:pt x="4714873" y="0"/>
                </a:lnTo>
                <a:cubicBezTo>
                  <a:pt x="4735916" y="0"/>
                  <a:pt x="4752975" y="17059"/>
                  <a:pt x="4752975" y="38102"/>
                </a:cubicBezTo>
                <a:lnTo>
                  <a:pt x="4752975" y="533398"/>
                </a:lnTo>
                <a:cubicBezTo>
                  <a:pt x="4752975" y="554441"/>
                  <a:pt x="4735916" y="571500"/>
                  <a:pt x="4714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94823" y="18446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99623" y="172085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Zero-Touch Recovery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99623" y="194945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Auto-launch on boot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94811" y="2292353"/>
            <a:ext cx="4752975" cy="571500"/>
          </a:xfrm>
          <a:custGeom>
            <a:avLst/>
            <a:gdLst/>
            <a:ahLst/>
            <a:cxnLst/>
            <a:rect l="l" t="t" r="r" b="b"/>
            <a:pathLst>
              <a:path w="4752975" h="571500">
                <a:moveTo>
                  <a:pt x="38102" y="0"/>
                </a:moveTo>
                <a:lnTo>
                  <a:pt x="4714873" y="0"/>
                </a:lnTo>
                <a:cubicBezTo>
                  <a:pt x="4735916" y="0"/>
                  <a:pt x="4752975" y="17059"/>
                  <a:pt x="4752975" y="38102"/>
                </a:cubicBezTo>
                <a:lnTo>
                  <a:pt x="4752975" y="533398"/>
                </a:lnTo>
                <a:cubicBezTo>
                  <a:pt x="4752975" y="554441"/>
                  <a:pt x="4735916" y="571500"/>
                  <a:pt x="4714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94823" y="24923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99623" y="2368553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Reliability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99623" y="2597153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black screens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94811" y="2940053"/>
            <a:ext cx="4752975" cy="571500"/>
          </a:xfrm>
          <a:custGeom>
            <a:avLst/>
            <a:gdLst/>
            <a:ahLst/>
            <a:cxnLst/>
            <a:rect l="l" t="t" r="r" b="b"/>
            <a:pathLst>
              <a:path w="4752975" h="571500">
                <a:moveTo>
                  <a:pt x="38102" y="0"/>
                </a:moveTo>
                <a:lnTo>
                  <a:pt x="4714873" y="0"/>
                </a:lnTo>
                <a:cubicBezTo>
                  <a:pt x="4735916" y="0"/>
                  <a:pt x="4752975" y="17059"/>
                  <a:pt x="4752975" y="38102"/>
                </a:cubicBezTo>
                <a:lnTo>
                  <a:pt x="4752975" y="533398"/>
                </a:lnTo>
                <a:cubicBezTo>
                  <a:pt x="4752975" y="554441"/>
                  <a:pt x="4735916" y="571500"/>
                  <a:pt x="4714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94823" y="31400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99623" y="3016253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 Lockdown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99623" y="3244853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unauthorized exit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94811" y="3587753"/>
            <a:ext cx="4752975" cy="571500"/>
          </a:xfrm>
          <a:custGeom>
            <a:avLst/>
            <a:gdLst/>
            <a:ahLst/>
            <a:cxnLst/>
            <a:rect l="l" t="t" r="r" b="b"/>
            <a:pathLst>
              <a:path w="4752975" h="571500">
                <a:moveTo>
                  <a:pt x="38102" y="0"/>
                </a:moveTo>
                <a:lnTo>
                  <a:pt x="4714873" y="0"/>
                </a:lnTo>
                <a:cubicBezTo>
                  <a:pt x="4735916" y="0"/>
                  <a:pt x="4752975" y="17059"/>
                  <a:pt x="4752975" y="38102"/>
                </a:cubicBezTo>
                <a:lnTo>
                  <a:pt x="4752975" y="533398"/>
                </a:lnTo>
                <a:cubicBezTo>
                  <a:pt x="4752975" y="554441"/>
                  <a:pt x="4735916" y="571500"/>
                  <a:pt x="4714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94823" y="37877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99623" y="3663953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Stability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99623" y="3892553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without crashes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94811" y="4235453"/>
            <a:ext cx="4752975" cy="571500"/>
          </a:xfrm>
          <a:custGeom>
            <a:avLst/>
            <a:gdLst/>
            <a:ahLst/>
            <a:cxnLst/>
            <a:rect l="l" t="t" r="r" b="b"/>
            <a:pathLst>
              <a:path w="4752975" h="571500">
                <a:moveTo>
                  <a:pt x="38102" y="0"/>
                </a:moveTo>
                <a:lnTo>
                  <a:pt x="4714873" y="0"/>
                </a:lnTo>
                <a:cubicBezTo>
                  <a:pt x="4735916" y="0"/>
                  <a:pt x="4752975" y="17059"/>
                  <a:pt x="4752975" y="38102"/>
                </a:cubicBezTo>
                <a:lnTo>
                  <a:pt x="4752975" y="533398"/>
                </a:lnTo>
                <a:cubicBezTo>
                  <a:pt x="4752975" y="554441"/>
                  <a:pt x="4735916" y="571500"/>
                  <a:pt x="4714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94823" y="44354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99623" y="4311653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99623" y="4540253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video rendering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39235" y="5083181"/>
            <a:ext cx="5064125" cy="1339850"/>
          </a:xfrm>
          <a:custGeom>
            <a:avLst/>
            <a:gdLst/>
            <a:ahLst/>
            <a:cxnLst/>
            <a:rect l="l" t="t" r="r" b="b"/>
            <a:pathLst>
              <a:path w="5064125" h="1339850">
                <a:moveTo>
                  <a:pt x="76197" y="0"/>
                </a:moveTo>
                <a:lnTo>
                  <a:pt x="4987928" y="0"/>
                </a:lnTo>
                <a:cubicBezTo>
                  <a:pt x="5030010" y="0"/>
                  <a:pt x="5064125" y="34115"/>
                  <a:pt x="5064125" y="76197"/>
                </a:cubicBezTo>
                <a:lnTo>
                  <a:pt x="5064125" y="1263653"/>
                </a:lnTo>
                <a:cubicBezTo>
                  <a:pt x="5064125" y="1305735"/>
                  <a:pt x="5030010" y="1339850"/>
                  <a:pt x="4987928" y="1339850"/>
                </a:cubicBezTo>
                <a:lnTo>
                  <a:pt x="76197" y="1339850"/>
                </a:lnTo>
                <a:cubicBezTo>
                  <a:pt x="34115" y="1339850"/>
                  <a:pt x="0" y="1305735"/>
                  <a:pt x="0" y="12636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6711" y="5200650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Cost-Benefit Analysis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56711" y="5543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upfront dev cost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18354" y="55435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Offset by reliability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6711" y="581025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maintenance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445552" y="581025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intervention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56711" y="607695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Extended hardware life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04190" y="60769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53% less energy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4176" y="5751198"/>
            <a:ext cx="6197600" cy="984882"/>
          </a:xfrm>
          <a:custGeom>
            <a:avLst/>
            <a:gdLst/>
            <a:ahLst/>
            <a:cxnLst/>
            <a:rect l="l" t="t" r="r" b="b"/>
            <a:pathLst>
              <a:path w="11426825" h="692150">
                <a:moveTo>
                  <a:pt x="76199" y="0"/>
                </a:moveTo>
                <a:lnTo>
                  <a:pt x="11350626" y="0"/>
                </a:lnTo>
                <a:cubicBezTo>
                  <a:pt x="11392710" y="0"/>
                  <a:pt x="11426825" y="34115"/>
                  <a:pt x="11426825" y="76199"/>
                </a:cubicBezTo>
                <a:lnTo>
                  <a:pt x="11426825" y="615951"/>
                </a:lnTo>
                <a:cubicBezTo>
                  <a:pt x="11426825" y="658035"/>
                  <a:pt x="11392710" y="692150"/>
                  <a:pt x="1135062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0694" y="609346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02283" y="5919476"/>
            <a:ext cx="5719167" cy="57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Summary: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professional, unattended enterprise deployments, the Custom Native Android App is strongly recommended. While web apps offer lower initial development costs, native apps deliver mission-critical reliability, security, and operational efficiency that far outweigh the upfront investment.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hapter4_security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1523212"/>
            <a:ext cx="2149475" cy="387350"/>
          </a:xfrm>
          <a:custGeom>
            <a:avLst/>
            <a:gdLst/>
            <a:ahLst/>
            <a:cxnLst/>
            <a:rect l="l" t="t" r="r" b="b"/>
            <a:pathLst>
              <a:path w="2149475" h="387350">
                <a:moveTo>
                  <a:pt x="38100" y="0"/>
                </a:moveTo>
                <a:lnTo>
                  <a:pt x="2111375" y="0"/>
                </a:lnTo>
                <a:cubicBezTo>
                  <a:pt x="2132417" y="0"/>
                  <a:pt x="2149475" y="17058"/>
                  <a:pt x="2149475" y="38100"/>
                </a:cubicBezTo>
                <a:lnTo>
                  <a:pt x="2149475" y="349250"/>
                </a:lnTo>
                <a:cubicBezTo>
                  <a:pt x="2149475" y="370292"/>
                  <a:pt x="2132417" y="387350"/>
                  <a:pt x="211137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1627984"/>
            <a:ext cx="18356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8534"/>
            <a:ext cx="490537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 &amp;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638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409284"/>
            <a:ext cx="46196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System, Access Control,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Enterprise Security Framework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98" y="363398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kern="0" spc="57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398" y="654116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Hierarchical Content Priority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568" y="1162873"/>
            <a:ext cx="7413317" cy="1417252"/>
          </a:xfrm>
          <a:custGeom>
            <a:avLst/>
            <a:gdLst/>
            <a:ahLst/>
            <a:cxnLst/>
            <a:rect l="l" t="t" r="r" b="b"/>
            <a:pathLst>
              <a:path w="7413317" h="1417252">
                <a:moveTo>
                  <a:pt x="36340" y="0"/>
                </a:moveTo>
                <a:lnTo>
                  <a:pt x="7340641" y="0"/>
                </a:lnTo>
                <a:cubicBezTo>
                  <a:pt x="7380779" y="0"/>
                  <a:pt x="7413317" y="32538"/>
                  <a:pt x="7413317" y="72677"/>
                </a:cubicBezTo>
                <a:lnTo>
                  <a:pt x="7413317" y="1344575"/>
                </a:lnTo>
                <a:cubicBezTo>
                  <a:pt x="7413317" y="1384713"/>
                  <a:pt x="7380779" y="1417252"/>
                  <a:pt x="7340641" y="1417252"/>
                </a:cubicBez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FB2C36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568" y="1162873"/>
            <a:ext cx="36340" cy="1417252"/>
          </a:xfrm>
          <a:custGeom>
            <a:avLst/>
            <a:gdLst/>
            <a:ahLst/>
            <a:cxnLst/>
            <a:rect l="l" t="t" r="r" b="b"/>
            <a:pathLst>
              <a:path w="36340" h="1417252">
                <a:moveTo>
                  <a:pt x="36340" y="0"/>
                </a:moveTo>
                <a:lnTo>
                  <a:pt x="36340" y="0"/>
                </a:lnTo>
                <a:lnTo>
                  <a:pt x="36340" y="1417252"/>
                </a:ln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5097" y="1308232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254379" y="0"/>
                </a:moveTo>
                <a:lnTo>
                  <a:pt x="254379" y="0"/>
                </a:lnTo>
                <a:cubicBezTo>
                  <a:pt x="394774" y="0"/>
                  <a:pt x="508757" y="113983"/>
                  <a:pt x="508757" y="254379"/>
                </a:cubicBezTo>
                <a:lnTo>
                  <a:pt x="508757" y="254379"/>
                </a:lnTo>
                <a:cubicBezTo>
                  <a:pt x="508757" y="394774"/>
                  <a:pt x="394774" y="508757"/>
                  <a:pt x="254379" y="508757"/>
                </a:cubicBezTo>
                <a:lnTo>
                  <a:pt x="254379" y="508757"/>
                </a:lnTo>
                <a:cubicBezTo>
                  <a:pt x="113983" y="508757"/>
                  <a:pt x="0" y="394774"/>
                  <a:pt x="0" y="254379"/>
                </a:cubicBezTo>
                <a:lnTo>
                  <a:pt x="0" y="254379"/>
                </a:lnTo>
                <a:cubicBezTo>
                  <a:pt x="0" y="113983"/>
                  <a:pt x="113983" y="0"/>
                  <a:pt x="25437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0456" y="1453592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09019" y="0"/>
                </a:moveTo>
                <a:cubicBezTo>
                  <a:pt x="115279" y="0"/>
                  <a:pt x="121029" y="3449"/>
                  <a:pt x="124010" y="8943"/>
                </a:cubicBezTo>
                <a:lnTo>
                  <a:pt x="215995" y="179286"/>
                </a:lnTo>
                <a:cubicBezTo>
                  <a:pt x="218848" y="184566"/>
                  <a:pt x="218720" y="190954"/>
                  <a:pt x="215654" y="196107"/>
                </a:cubicBezTo>
                <a:cubicBezTo>
                  <a:pt x="212588" y="201260"/>
                  <a:pt x="207009" y="204411"/>
                  <a:pt x="201004" y="204411"/>
                </a:cubicBezTo>
                <a:lnTo>
                  <a:pt x="17034" y="204411"/>
                </a:lnTo>
                <a:cubicBezTo>
                  <a:pt x="11030" y="204411"/>
                  <a:pt x="5494" y="201260"/>
                  <a:pt x="2385" y="196107"/>
                </a:cubicBezTo>
                <a:cubicBezTo>
                  <a:pt x="-724" y="190954"/>
                  <a:pt x="-809" y="184566"/>
                  <a:pt x="2044" y="179286"/>
                </a:cubicBezTo>
                <a:lnTo>
                  <a:pt x="94029" y="8943"/>
                </a:lnTo>
                <a:cubicBezTo>
                  <a:pt x="97010" y="3449"/>
                  <a:pt x="102759" y="0"/>
                  <a:pt x="109019" y="0"/>
                </a:cubicBezTo>
                <a:close/>
                <a:moveTo>
                  <a:pt x="109019" y="71544"/>
                </a:moveTo>
                <a:cubicBezTo>
                  <a:pt x="103355" y="71544"/>
                  <a:pt x="98799" y="76101"/>
                  <a:pt x="98799" y="81765"/>
                </a:cubicBezTo>
                <a:lnTo>
                  <a:pt x="98799" y="129461"/>
                </a:lnTo>
                <a:cubicBezTo>
                  <a:pt x="98799" y="135124"/>
                  <a:pt x="103355" y="139681"/>
                  <a:pt x="109019" y="139681"/>
                </a:cubicBezTo>
                <a:cubicBezTo>
                  <a:pt x="114683" y="139681"/>
                  <a:pt x="119240" y="135124"/>
                  <a:pt x="119240" y="129461"/>
                </a:cubicBezTo>
                <a:lnTo>
                  <a:pt x="119240" y="81765"/>
                </a:lnTo>
                <a:cubicBezTo>
                  <a:pt x="119240" y="76101"/>
                  <a:pt x="114683" y="71544"/>
                  <a:pt x="109019" y="71544"/>
                </a:cubicBezTo>
                <a:close/>
                <a:moveTo>
                  <a:pt x="120390" y="163529"/>
                </a:moveTo>
                <a:cubicBezTo>
                  <a:pt x="120648" y="159309"/>
                  <a:pt x="118544" y="155293"/>
                  <a:pt x="114926" y="153105"/>
                </a:cubicBezTo>
                <a:cubicBezTo>
                  <a:pt x="111308" y="150916"/>
                  <a:pt x="106774" y="150916"/>
                  <a:pt x="103156" y="153105"/>
                </a:cubicBezTo>
                <a:cubicBezTo>
                  <a:pt x="99538" y="155293"/>
                  <a:pt x="97433" y="159309"/>
                  <a:pt x="97692" y="163529"/>
                </a:cubicBezTo>
                <a:cubicBezTo>
                  <a:pt x="97433" y="167750"/>
                  <a:pt x="99538" y="171765"/>
                  <a:pt x="103156" y="173954"/>
                </a:cubicBezTo>
                <a:cubicBezTo>
                  <a:pt x="106774" y="176142"/>
                  <a:pt x="111308" y="176142"/>
                  <a:pt x="114926" y="173954"/>
                </a:cubicBezTo>
                <a:cubicBezTo>
                  <a:pt x="118544" y="171765"/>
                  <a:pt x="120648" y="167750"/>
                  <a:pt x="120390" y="163529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9213" y="1308232"/>
            <a:ext cx="617776" cy="254379"/>
          </a:xfrm>
          <a:custGeom>
            <a:avLst/>
            <a:gdLst/>
            <a:ahLst/>
            <a:cxnLst/>
            <a:rect l="l" t="t" r="r" b="b"/>
            <a:pathLst>
              <a:path w="617776" h="254379">
                <a:moveTo>
                  <a:pt x="36341" y="0"/>
                </a:moveTo>
                <a:lnTo>
                  <a:pt x="581436" y="0"/>
                </a:lnTo>
                <a:cubicBezTo>
                  <a:pt x="601506" y="0"/>
                  <a:pt x="617776" y="16270"/>
                  <a:pt x="617776" y="36341"/>
                </a:cubicBezTo>
                <a:lnTo>
                  <a:pt x="617776" y="218038"/>
                </a:lnTo>
                <a:cubicBezTo>
                  <a:pt x="617776" y="238108"/>
                  <a:pt x="601506" y="254379"/>
                  <a:pt x="581436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99213" y="1308232"/>
            <a:ext cx="681371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2129" y="1308232"/>
            <a:ext cx="15171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 Override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9213" y="1635291"/>
            <a:ext cx="6522993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alerts, live feeds, or mandatory daily broadcasts from Central Admin. Instantly interrupts and pauses any currently playing local content.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9213" y="2180387"/>
            <a:ext cx="1171958" cy="254379"/>
          </a:xfrm>
          <a:custGeom>
            <a:avLst/>
            <a:gdLst/>
            <a:ahLst/>
            <a:cxnLst/>
            <a:rect l="l" t="t" r="r" b="b"/>
            <a:pathLst>
              <a:path w="1171958" h="254379">
                <a:moveTo>
                  <a:pt x="36341" y="0"/>
                </a:moveTo>
                <a:lnTo>
                  <a:pt x="1135618" y="0"/>
                </a:lnTo>
                <a:cubicBezTo>
                  <a:pt x="1155688" y="0"/>
                  <a:pt x="1171958" y="16270"/>
                  <a:pt x="1171958" y="36341"/>
                </a:cubicBezTo>
                <a:lnTo>
                  <a:pt x="1171958" y="218038"/>
                </a:lnTo>
                <a:cubicBezTo>
                  <a:pt x="1171958" y="238108"/>
                  <a:pt x="1155688" y="254379"/>
                  <a:pt x="1135618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99213" y="2180387"/>
            <a:ext cx="1235553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 Delivery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40728" y="2180387"/>
            <a:ext cx="1108364" cy="254379"/>
          </a:xfrm>
          <a:custGeom>
            <a:avLst/>
            <a:gdLst/>
            <a:ahLst/>
            <a:cxnLst/>
            <a:rect l="l" t="t" r="r" b="b"/>
            <a:pathLst>
              <a:path w="1108364" h="254379">
                <a:moveTo>
                  <a:pt x="36341" y="0"/>
                </a:moveTo>
                <a:lnTo>
                  <a:pt x="1072023" y="0"/>
                </a:lnTo>
                <a:cubicBezTo>
                  <a:pt x="1092093" y="0"/>
                  <a:pt x="1108364" y="16270"/>
                  <a:pt x="1108364" y="36341"/>
                </a:cubicBezTo>
                <a:lnTo>
                  <a:pt x="1108364" y="218038"/>
                </a:lnTo>
                <a:cubicBezTo>
                  <a:pt x="1108364" y="238108"/>
                  <a:pt x="1092093" y="254379"/>
                  <a:pt x="1072023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40728" y="2180387"/>
            <a:ext cx="1171958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Interrupt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22339" y="2180387"/>
            <a:ext cx="1190128" cy="254379"/>
          </a:xfrm>
          <a:custGeom>
            <a:avLst/>
            <a:gdLst/>
            <a:ahLst/>
            <a:cxnLst/>
            <a:rect l="l" t="t" r="r" b="b"/>
            <a:pathLst>
              <a:path w="1190128" h="254379">
                <a:moveTo>
                  <a:pt x="36341" y="0"/>
                </a:moveTo>
                <a:lnTo>
                  <a:pt x="1153788" y="0"/>
                </a:lnTo>
                <a:cubicBezTo>
                  <a:pt x="1173858" y="0"/>
                  <a:pt x="1190128" y="16270"/>
                  <a:pt x="1190128" y="36341"/>
                </a:cubicBezTo>
                <a:lnTo>
                  <a:pt x="1190128" y="218038"/>
                </a:lnTo>
                <a:cubicBezTo>
                  <a:pt x="1190128" y="238108"/>
                  <a:pt x="1173858" y="254379"/>
                  <a:pt x="1153788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22339" y="2180387"/>
            <a:ext cx="1253723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Broadcast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568" y="2725484"/>
            <a:ext cx="7413317" cy="1417252"/>
          </a:xfrm>
          <a:custGeom>
            <a:avLst/>
            <a:gdLst/>
            <a:ahLst/>
            <a:cxnLst/>
            <a:rect l="l" t="t" r="r" b="b"/>
            <a:pathLst>
              <a:path w="7413317" h="1417252">
                <a:moveTo>
                  <a:pt x="36340" y="0"/>
                </a:moveTo>
                <a:lnTo>
                  <a:pt x="7340641" y="0"/>
                </a:lnTo>
                <a:cubicBezTo>
                  <a:pt x="7380779" y="0"/>
                  <a:pt x="7413317" y="32538"/>
                  <a:pt x="7413317" y="72677"/>
                </a:cubicBezTo>
                <a:lnTo>
                  <a:pt x="7413317" y="1344575"/>
                </a:lnTo>
                <a:cubicBezTo>
                  <a:pt x="7413317" y="1384713"/>
                  <a:pt x="7380779" y="1417252"/>
                  <a:pt x="7340641" y="1417252"/>
                </a:cubicBez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1568" y="2725484"/>
            <a:ext cx="36340" cy="1417252"/>
          </a:xfrm>
          <a:custGeom>
            <a:avLst/>
            <a:gdLst/>
            <a:ahLst/>
            <a:cxnLst/>
            <a:rect l="l" t="t" r="r" b="b"/>
            <a:pathLst>
              <a:path w="36340" h="1417252">
                <a:moveTo>
                  <a:pt x="36340" y="0"/>
                </a:moveTo>
                <a:lnTo>
                  <a:pt x="36340" y="0"/>
                </a:lnTo>
                <a:lnTo>
                  <a:pt x="36340" y="1417252"/>
                </a:ln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5097" y="2870844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254379" y="0"/>
                </a:moveTo>
                <a:lnTo>
                  <a:pt x="254379" y="0"/>
                </a:lnTo>
                <a:cubicBezTo>
                  <a:pt x="394774" y="0"/>
                  <a:pt x="508757" y="113983"/>
                  <a:pt x="508757" y="254379"/>
                </a:cubicBezTo>
                <a:lnTo>
                  <a:pt x="508757" y="254379"/>
                </a:lnTo>
                <a:cubicBezTo>
                  <a:pt x="508757" y="394774"/>
                  <a:pt x="394774" y="508757"/>
                  <a:pt x="254379" y="508757"/>
                </a:cubicBezTo>
                <a:lnTo>
                  <a:pt x="254379" y="508757"/>
                </a:lnTo>
                <a:cubicBezTo>
                  <a:pt x="113983" y="508757"/>
                  <a:pt x="0" y="394774"/>
                  <a:pt x="0" y="254379"/>
                </a:cubicBezTo>
                <a:lnTo>
                  <a:pt x="0" y="254379"/>
                </a:lnTo>
                <a:cubicBezTo>
                  <a:pt x="0" y="113983"/>
                  <a:pt x="113983" y="0"/>
                  <a:pt x="254379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4083" y="3016203"/>
            <a:ext cx="190784" cy="218039"/>
          </a:xfrm>
          <a:custGeom>
            <a:avLst/>
            <a:gdLst/>
            <a:ahLst/>
            <a:cxnLst/>
            <a:rect l="l" t="t" r="r" b="b"/>
            <a:pathLst>
              <a:path w="190784" h="218039">
                <a:moveTo>
                  <a:pt x="54510" y="0"/>
                </a:moveTo>
                <a:cubicBezTo>
                  <a:pt x="62047" y="0"/>
                  <a:pt x="68137" y="6090"/>
                  <a:pt x="68137" y="13627"/>
                </a:cubicBezTo>
                <a:lnTo>
                  <a:pt x="68137" y="27255"/>
                </a:lnTo>
                <a:lnTo>
                  <a:pt x="122647" y="27255"/>
                </a:lnTo>
                <a:lnTo>
                  <a:pt x="122647" y="13627"/>
                </a:lnTo>
                <a:cubicBezTo>
                  <a:pt x="122647" y="6090"/>
                  <a:pt x="128737" y="0"/>
                  <a:pt x="136274" y="0"/>
                </a:cubicBezTo>
                <a:cubicBezTo>
                  <a:pt x="143812" y="0"/>
                  <a:pt x="149902" y="6090"/>
                  <a:pt x="149902" y="13627"/>
                </a:cubicBezTo>
                <a:lnTo>
                  <a:pt x="149902" y="27255"/>
                </a:lnTo>
                <a:lnTo>
                  <a:pt x="163529" y="27255"/>
                </a:lnTo>
                <a:cubicBezTo>
                  <a:pt x="178562" y="27255"/>
                  <a:pt x="190784" y="39477"/>
                  <a:pt x="190784" y="54510"/>
                </a:cubicBezTo>
                <a:lnTo>
                  <a:pt x="190784" y="177156"/>
                </a:lnTo>
                <a:cubicBezTo>
                  <a:pt x="190784" y="192189"/>
                  <a:pt x="178562" y="204411"/>
                  <a:pt x="163529" y="204411"/>
                </a:cubicBezTo>
                <a:lnTo>
                  <a:pt x="27255" y="204411"/>
                </a:lnTo>
                <a:cubicBezTo>
                  <a:pt x="12222" y="204411"/>
                  <a:pt x="0" y="192189"/>
                  <a:pt x="0" y="177156"/>
                </a:cubicBezTo>
                <a:lnTo>
                  <a:pt x="0" y="54510"/>
                </a:lnTo>
                <a:cubicBezTo>
                  <a:pt x="0" y="39477"/>
                  <a:pt x="12222" y="27255"/>
                  <a:pt x="27255" y="27255"/>
                </a:cubicBezTo>
                <a:lnTo>
                  <a:pt x="40882" y="27255"/>
                </a:lnTo>
                <a:lnTo>
                  <a:pt x="40882" y="13627"/>
                </a:lnTo>
                <a:cubicBezTo>
                  <a:pt x="40882" y="6090"/>
                  <a:pt x="46972" y="0"/>
                  <a:pt x="54510" y="0"/>
                </a:cubicBezTo>
                <a:close/>
                <a:moveTo>
                  <a:pt x="27255" y="102206"/>
                </a:moveTo>
                <a:lnTo>
                  <a:pt x="27255" y="115833"/>
                </a:lnTo>
                <a:cubicBezTo>
                  <a:pt x="27255" y="119581"/>
                  <a:pt x="30321" y="122647"/>
                  <a:pt x="34069" y="122647"/>
                </a:cubicBezTo>
                <a:lnTo>
                  <a:pt x="47696" y="122647"/>
                </a:lnTo>
                <a:cubicBezTo>
                  <a:pt x="51444" y="122647"/>
                  <a:pt x="54510" y="119581"/>
                  <a:pt x="54510" y="115833"/>
                </a:cubicBezTo>
                <a:lnTo>
                  <a:pt x="54510" y="102206"/>
                </a:lnTo>
                <a:cubicBezTo>
                  <a:pt x="54510" y="98458"/>
                  <a:pt x="51444" y="95392"/>
                  <a:pt x="47696" y="95392"/>
                </a:cubicBezTo>
                <a:lnTo>
                  <a:pt x="34069" y="95392"/>
                </a:lnTo>
                <a:cubicBezTo>
                  <a:pt x="30321" y="95392"/>
                  <a:pt x="27255" y="98458"/>
                  <a:pt x="27255" y="102206"/>
                </a:cubicBezTo>
                <a:close/>
                <a:moveTo>
                  <a:pt x="81765" y="102206"/>
                </a:moveTo>
                <a:lnTo>
                  <a:pt x="81765" y="115833"/>
                </a:lnTo>
                <a:cubicBezTo>
                  <a:pt x="81765" y="119581"/>
                  <a:pt x="84831" y="122647"/>
                  <a:pt x="88578" y="122647"/>
                </a:cubicBezTo>
                <a:lnTo>
                  <a:pt x="102206" y="122647"/>
                </a:lnTo>
                <a:cubicBezTo>
                  <a:pt x="105953" y="122647"/>
                  <a:pt x="109019" y="119581"/>
                  <a:pt x="109019" y="115833"/>
                </a:cubicBezTo>
                <a:lnTo>
                  <a:pt x="109019" y="102206"/>
                </a:lnTo>
                <a:cubicBezTo>
                  <a:pt x="109019" y="98458"/>
                  <a:pt x="105953" y="95392"/>
                  <a:pt x="102206" y="95392"/>
                </a:cubicBezTo>
                <a:lnTo>
                  <a:pt x="88578" y="95392"/>
                </a:lnTo>
                <a:cubicBezTo>
                  <a:pt x="84831" y="95392"/>
                  <a:pt x="81765" y="98458"/>
                  <a:pt x="81765" y="102206"/>
                </a:cubicBezTo>
                <a:close/>
                <a:moveTo>
                  <a:pt x="143088" y="95392"/>
                </a:moveTo>
                <a:cubicBezTo>
                  <a:pt x="139340" y="95392"/>
                  <a:pt x="136274" y="98458"/>
                  <a:pt x="136274" y="102206"/>
                </a:cubicBezTo>
                <a:lnTo>
                  <a:pt x="136274" y="115833"/>
                </a:lnTo>
                <a:cubicBezTo>
                  <a:pt x="136274" y="119581"/>
                  <a:pt x="139340" y="122647"/>
                  <a:pt x="143088" y="122647"/>
                </a:cubicBezTo>
                <a:lnTo>
                  <a:pt x="156715" y="122647"/>
                </a:lnTo>
                <a:cubicBezTo>
                  <a:pt x="160463" y="122647"/>
                  <a:pt x="163529" y="119581"/>
                  <a:pt x="163529" y="115833"/>
                </a:cubicBezTo>
                <a:lnTo>
                  <a:pt x="163529" y="102206"/>
                </a:lnTo>
                <a:cubicBezTo>
                  <a:pt x="163529" y="98458"/>
                  <a:pt x="160463" y="95392"/>
                  <a:pt x="156715" y="95392"/>
                </a:cubicBezTo>
                <a:lnTo>
                  <a:pt x="143088" y="95392"/>
                </a:lnTo>
                <a:close/>
                <a:moveTo>
                  <a:pt x="27255" y="156715"/>
                </a:moveTo>
                <a:lnTo>
                  <a:pt x="27255" y="170343"/>
                </a:lnTo>
                <a:cubicBezTo>
                  <a:pt x="27255" y="174090"/>
                  <a:pt x="30321" y="177156"/>
                  <a:pt x="34069" y="177156"/>
                </a:cubicBezTo>
                <a:lnTo>
                  <a:pt x="47696" y="177156"/>
                </a:lnTo>
                <a:cubicBezTo>
                  <a:pt x="51444" y="177156"/>
                  <a:pt x="54510" y="174090"/>
                  <a:pt x="54510" y="170343"/>
                </a:cubicBezTo>
                <a:lnTo>
                  <a:pt x="54510" y="156715"/>
                </a:lnTo>
                <a:cubicBezTo>
                  <a:pt x="54510" y="152968"/>
                  <a:pt x="51444" y="149902"/>
                  <a:pt x="47696" y="149902"/>
                </a:cubicBezTo>
                <a:lnTo>
                  <a:pt x="34069" y="149902"/>
                </a:lnTo>
                <a:cubicBezTo>
                  <a:pt x="30321" y="149902"/>
                  <a:pt x="27255" y="152968"/>
                  <a:pt x="27255" y="156715"/>
                </a:cubicBezTo>
                <a:close/>
                <a:moveTo>
                  <a:pt x="88578" y="149902"/>
                </a:moveTo>
                <a:cubicBezTo>
                  <a:pt x="84831" y="149902"/>
                  <a:pt x="81765" y="152968"/>
                  <a:pt x="81765" y="156715"/>
                </a:cubicBezTo>
                <a:lnTo>
                  <a:pt x="81765" y="170343"/>
                </a:lnTo>
                <a:cubicBezTo>
                  <a:pt x="81765" y="174090"/>
                  <a:pt x="84831" y="177156"/>
                  <a:pt x="88578" y="177156"/>
                </a:cubicBezTo>
                <a:lnTo>
                  <a:pt x="102206" y="177156"/>
                </a:lnTo>
                <a:cubicBezTo>
                  <a:pt x="105953" y="177156"/>
                  <a:pt x="109019" y="174090"/>
                  <a:pt x="109019" y="170343"/>
                </a:cubicBezTo>
                <a:lnTo>
                  <a:pt x="109019" y="156715"/>
                </a:lnTo>
                <a:cubicBezTo>
                  <a:pt x="109019" y="152968"/>
                  <a:pt x="105953" y="149902"/>
                  <a:pt x="102206" y="149902"/>
                </a:cubicBezTo>
                <a:lnTo>
                  <a:pt x="88578" y="149902"/>
                </a:lnTo>
                <a:close/>
                <a:moveTo>
                  <a:pt x="136274" y="156715"/>
                </a:moveTo>
                <a:lnTo>
                  <a:pt x="136274" y="170343"/>
                </a:lnTo>
                <a:cubicBezTo>
                  <a:pt x="136274" y="174090"/>
                  <a:pt x="139340" y="177156"/>
                  <a:pt x="143088" y="177156"/>
                </a:cubicBezTo>
                <a:lnTo>
                  <a:pt x="156715" y="177156"/>
                </a:lnTo>
                <a:cubicBezTo>
                  <a:pt x="160463" y="177156"/>
                  <a:pt x="163529" y="174090"/>
                  <a:pt x="163529" y="170343"/>
                </a:cubicBezTo>
                <a:lnTo>
                  <a:pt x="163529" y="156715"/>
                </a:lnTo>
                <a:cubicBezTo>
                  <a:pt x="163529" y="152968"/>
                  <a:pt x="160463" y="149902"/>
                  <a:pt x="156715" y="149902"/>
                </a:cubicBezTo>
                <a:lnTo>
                  <a:pt x="143088" y="149902"/>
                </a:lnTo>
                <a:cubicBezTo>
                  <a:pt x="139340" y="149902"/>
                  <a:pt x="136274" y="152968"/>
                  <a:pt x="136274" y="156715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99213" y="2870844"/>
            <a:ext cx="617776" cy="254379"/>
          </a:xfrm>
          <a:custGeom>
            <a:avLst/>
            <a:gdLst/>
            <a:ahLst/>
            <a:cxnLst/>
            <a:rect l="l" t="t" r="r" b="b"/>
            <a:pathLst>
              <a:path w="617776" h="254379">
                <a:moveTo>
                  <a:pt x="36341" y="0"/>
                </a:moveTo>
                <a:lnTo>
                  <a:pt x="581436" y="0"/>
                </a:lnTo>
                <a:cubicBezTo>
                  <a:pt x="601506" y="0"/>
                  <a:pt x="617776" y="16270"/>
                  <a:pt x="617776" y="36341"/>
                </a:cubicBezTo>
                <a:lnTo>
                  <a:pt x="617776" y="218038"/>
                </a:lnTo>
                <a:cubicBezTo>
                  <a:pt x="617776" y="238108"/>
                  <a:pt x="601506" y="254379"/>
                  <a:pt x="581436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99213" y="2870844"/>
            <a:ext cx="681371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2129" y="2870844"/>
            <a:ext cx="168980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 Scheduled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99213" y="3197902"/>
            <a:ext cx="6522993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Routine corporate content pushed from Central to specific or all subcenters. Scheduled broadcasts that play when no Tier 1 content is active.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99213" y="3742999"/>
            <a:ext cx="1326402" cy="254379"/>
          </a:xfrm>
          <a:custGeom>
            <a:avLst/>
            <a:gdLst/>
            <a:ahLst/>
            <a:cxnLst/>
            <a:rect l="l" t="t" r="r" b="b"/>
            <a:pathLst>
              <a:path w="1326402" h="254379">
                <a:moveTo>
                  <a:pt x="36341" y="0"/>
                </a:moveTo>
                <a:lnTo>
                  <a:pt x="1290062" y="0"/>
                </a:lnTo>
                <a:cubicBezTo>
                  <a:pt x="1310132" y="0"/>
                  <a:pt x="1326402" y="16270"/>
                  <a:pt x="1326402" y="36341"/>
                </a:cubicBezTo>
                <a:lnTo>
                  <a:pt x="1326402" y="218038"/>
                </a:lnTo>
                <a:cubicBezTo>
                  <a:pt x="1326402" y="238108"/>
                  <a:pt x="1310132" y="254379"/>
                  <a:pt x="1290062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99213" y="3742999"/>
            <a:ext cx="1389997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Daypart Scheduling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99999" y="3742999"/>
            <a:ext cx="1181043" cy="254379"/>
          </a:xfrm>
          <a:custGeom>
            <a:avLst/>
            <a:gdLst/>
            <a:ahLst/>
            <a:cxnLst/>
            <a:rect l="l" t="t" r="r" b="b"/>
            <a:pathLst>
              <a:path w="1181043" h="254379">
                <a:moveTo>
                  <a:pt x="36341" y="0"/>
                </a:moveTo>
                <a:lnTo>
                  <a:pt x="1144703" y="0"/>
                </a:lnTo>
                <a:cubicBezTo>
                  <a:pt x="1164773" y="0"/>
                  <a:pt x="1181043" y="16270"/>
                  <a:pt x="1181043" y="36341"/>
                </a:cubicBezTo>
                <a:lnTo>
                  <a:pt x="1181043" y="218038"/>
                </a:lnTo>
                <a:cubicBezTo>
                  <a:pt x="1181043" y="238108"/>
                  <a:pt x="1164773" y="254379"/>
                  <a:pt x="1144703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99999" y="3742999"/>
            <a:ext cx="1244638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Groups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2302" y="3742999"/>
            <a:ext cx="772221" cy="254379"/>
          </a:xfrm>
          <a:custGeom>
            <a:avLst/>
            <a:gdLst/>
            <a:ahLst/>
            <a:cxnLst/>
            <a:rect l="l" t="t" r="r" b="b"/>
            <a:pathLst>
              <a:path w="772221" h="254379">
                <a:moveTo>
                  <a:pt x="36341" y="0"/>
                </a:moveTo>
                <a:lnTo>
                  <a:pt x="735880" y="0"/>
                </a:lnTo>
                <a:cubicBezTo>
                  <a:pt x="755950" y="0"/>
                  <a:pt x="772221" y="16270"/>
                  <a:pt x="772221" y="36341"/>
                </a:cubicBezTo>
                <a:lnTo>
                  <a:pt x="772221" y="218038"/>
                </a:lnTo>
                <a:cubicBezTo>
                  <a:pt x="772221" y="238108"/>
                  <a:pt x="755950" y="254379"/>
                  <a:pt x="735880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52302" y="3742999"/>
            <a:ext cx="835815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568" y="4288095"/>
            <a:ext cx="7413317" cy="1417252"/>
          </a:xfrm>
          <a:custGeom>
            <a:avLst/>
            <a:gdLst/>
            <a:ahLst/>
            <a:cxnLst/>
            <a:rect l="l" t="t" r="r" b="b"/>
            <a:pathLst>
              <a:path w="7413317" h="1417252">
                <a:moveTo>
                  <a:pt x="36340" y="0"/>
                </a:moveTo>
                <a:lnTo>
                  <a:pt x="7340641" y="0"/>
                </a:lnTo>
                <a:cubicBezTo>
                  <a:pt x="7380779" y="0"/>
                  <a:pt x="7413317" y="32538"/>
                  <a:pt x="7413317" y="72677"/>
                </a:cubicBezTo>
                <a:lnTo>
                  <a:pt x="7413317" y="1344575"/>
                </a:lnTo>
                <a:cubicBezTo>
                  <a:pt x="7413317" y="1384713"/>
                  <a:pt x="7380779" y="1417252"/>
                  <a:pt x="7340641" y="1417252"/>
                </a:cubicBez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1568" y="4288095"/>
            <a:ext cx="36340" cy="1417252"/>
          </a:xfrm>
          <a:custGeom>
            <a:avLst/>
            <a:gdLst/>
            <a:ahLst/>
            <a:cxnLst/>
            <a:rect l="l" t="t" r="r" b="b"/>
            <a:pathLst>
              <a:path w="36340" h="1417252">
                <a:moveTo>
                  <a:pt x="36340" y="0"/>
                </a:moveTo>
                <a:lnTo>
                  <a:pt x="36340" y="0"/>
                </a:lnTo>
                <a:lnTo>
                  <a:pt x="36340" y="1417252"/>
                </a:lnTo>
                <a:lnTo>
                  <a:pt x="36340" y="1417252"/>
                </a:lnTo>
                <a:cubicBezTo>
                  <a:pt x="16270" y="1417252"/>
                  <a:pt x="0" y="1400982"/>
                  <a:pt x="0" y="138091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5097" y="4433455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254379" y="0"/>
                </a:moveTo>
                <a:lnTo>
                  <a:pt x="254379" y="0"/>
                </a:lnTo>
                <a:cubicBezTo>
                  <a:pt x="394774" y="0"/>
                  <a:pt x="508757" y="113983"/>
                  <a:pt x="508757" y="254379"/>
                </a:cubicBezTo>
                <a:lnTo>
                  <a:pt x="508757" y="254379"/>
                </a:lnTo>
                <a:cubicBezTo>
                  <a:pt x="508757" y="394774"/>
                  <a:pt x="394774" y="508757"/>
                  <a:pt x="254379" y="508757"/>
                </a:cubicBezTo>
                <a:lnTo>
                  <a:pt x="254379" y="508757"/>
                </a:lnTo>
                <a:cubicBezTo>
                  <a:pt x="113983" y="508757"/>
                  <a:pt x="0" y="394774"/>
                  <a:pt x="0" y="254379"/>
                </a:cubicBezTo>
                <a:lnTo>
                  <a:pt x="0" y="254379"/>
                </a:lnTo>
                <a:cubicBezTo>
                  <a:pt x="0" y="113983"/>
                  <a:pt x="113983" y="0"/>
                  <a:pt x="25437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7711" y="4578814"/>
            <a:ext cx="163529" cy="218039"/>
          </a:xfrm>
          <a:custGeom>
            <a:avLst/>
            <a:gdLst/>
            <a:ahLst/>
            <a:cxnLst/>
            <a:rect l="l" t="t" r="r" b="b"/>
            <a:pathLst>
              <a:path w="163529" h="218039">
                <a:moveTo>
                  <a:pt x="0" y="80317"/>
                </a:moveTo>
                <a:cubicBezTo>
                  <a:pt x="0" y="35942"/>
                  <a:pt x="36624" y="0"/>
                  <a:pt x="81765" y="0"/>
                </a:cubicBezTo>
                <a:cubicBezTo>
                  <a:pt x="126905" y="0"/>
                  <a:pt x="163529" y="35942"/>
                  <a:pt x="163529" y="80317"/>
                </a:cubicBezTo>
                <a:cubicBezTo>
                  <a:pt x="163529" y="131121"/>
                  <a:pt x="112341" y="192019"/>
                  <a:pt x="90963" y="215228"/>
                </a:cubicBezTo>
                <a:cubicBezTo>
                  <a:pt x="85938" y="220679"/>
                  <a:pt x="77549" y="220679"/>
                  <a:pt x="72523" y="215228"/>
                </a:cubicBezTo>
                <a:cubicBezTo>
                  <a:pt x="51145" y="192019"/>
                  <a:pt x="-43" y="131121"/>
                  <a:pt x="-43" y="80317"/>
                </a:cubicBezTo>
                <a:close/>
                <a:moveTo>
                  <a:pt x="81765" y="109019"/>
                </a:moveTo>
                <a:cubicBezTo>
                  <a:pt x="96807" y="109019"/>
                  <a:pt x="109019" y="96807"/>
                  <a:pt x="109019" y="81765"/>
                </a:cubicBezTo>
                <a:cubicBezTo>
                  <a:pt x="109019" y="66722"/>
                  <a:pt x="96807" y="54510"/>
                  <a:pt x="81765" y="54510"/>
                </a:cubicBezTo>
                <a:cubicBezTo>
                  <a:pt x="66722" y="54510"/>
                  <a:pt x="54510" y="66722"/>
                  <a:pt x="54510" y="81765"/>
                </a:cubicBezTo>
                <a:cubicBezTo>
                  <a:pt x="54510" y="96807"/>
                  <a:pt x="66722" y="109019"/>
                  <a:pt x="81765" y="10901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99213" y="4433455"/>
            <a:ext cx="617776" cy="254379"/>
          </a:xfrm>
          <a:custGeom>
            <a:avLst/>
            <a:gdLst/>
            <a:ahLst/>
            <a:cxnLst/>
            <a:rect l="l" t="t" r="r" b="b"/>
            <a:pathLst>
              <a:path w="617776" h="254379">
                <a:moveTo>
                  <a:pt x="36341" y="0"/>
                </a:moveTo>
                <a:lnTo>
                  <a:pt x="581436" y="0"/>
                </a:lnTo>
                <a:cubicBezTo>
                  <a:pt x="601506" y="0"/>
                  <a:pt x="617776" y="16270"/>
                  <a:pt x="617776" y="36341"/>
                </a:cubicBezTo>
                <a:lnTo>
                  <a:pt x="617776" y="218038"/>
                </a:lnTo>
                <a:cubicBezTo>
                  <a:pt x="617776" y="238108"/>
                  <a:pt x="601506" y="254379"/>
                  <a:pt x="581436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99213" y="4433455"/>
            <a:ext cx="681371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922129" y="4433455"/>
            <a:ext cx="1299148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 Content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99213" y="4760513"/>
            <a:ext cx="6522993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Subcenter-specific content (e.g., local Toolbox Talks, safety images). Plays only when no Tier 1 or Tier 2 content is active.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99213" y="5305610"/>
            <a:ext cx="917580" cy="254379"/>
          </a:xfrm>
          <a:custGeom>
            <a:avLst/>
            <a:gdLst/>
            <a:ahLst/>
            <a:cxnLst/>
            <a:rect l="l" t="t" r="r" b="b"/>
            <a:pathLst>
              <a:path w="917580" h="254379">
                <a:moveTo>
                  <a:pt x="36341" y="0"/>
                </a:moveTo>
                <a:lnTo>
                  <a:pt x="881239" y="0"/>
                </a:lnTo>
                <a:cubicBezTo>
                  <a:pt x="901310" y="0"/>
                  <a:pt x="917580" y="16270"/>
                  <a:pt x="917580" y="36341"/>
                </a:cubicBezTo>
                <a:lnTo>
                  <a:pt x="917580" y="218038"/>
                </a:lnTo>
                <a:cubicBezTo>
                  <a:pt x="917580" y="238108"/>
                  <a:pt x="901310" y="254379"/>
                  <a:pt x="881239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99213" y="5305610"/>
            <a:ext cx="981174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Admin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189851" y="5305610"/>
            <a:ext cx="926665" cy="254379"/>
          </a:xfrm>
          <a:custGeom>
            <a:avLst/>
            <a:gdLst/>
            <a:ahLst/>
            <a:cxnLst/>
            <a:rect l="l" t="t" r="r" b="b"/>
            <a:pathLst>
              <a:path w="926665" h="254379">
                <a:moveTo>
                  <a:pt x="36341" y="0"/>
                </a:moveTo>
                <a:lnTo>
                  <a:pt x="890324" y="0"/>
                </a:lnTo>
                <a:cubicBezTo>
                  <a:pt x="910394" y="0"/>
                  <a:pt x="926665" y="16270"/>
                  <a:pt x="926665" y="36341"/>
                </a:cubicBezTo>
                <a:lnTo>
                  <a:pt x="926665" y="218038"/>
                </a:lnTo>
                <a:cubicBezTo>
                  <a:pt x="926665" y="238108"/>
                  <a:pt x="910394" y="254379"/>
                  <a:pt x="890324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89851" y="5305610"/>
            <a:ext cx="990259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Site-Specific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87492" y="5305610"/>
            <a:ext cx="654116" cy="254379"/>
          </a:xfrm>
          <a:custGeom>
            <a:avLst/>
            <a:gdLst/>
            <a:ahLst/>
            <a:cxnLst/>
            <a:rect l="l" t="t" r="r" b="b"/>
            <a:pathLst>
              <a:path w="654116" h="254379">
                <a:moveTo>
                  <a:pt x="36341" y="0"/>
                </a:moveTo>
                <a:lnTo>
                  <a:pt x="617776" y="0"/>
                </a:lnTo>
                <a:cubicBezTo>
                  <a:pt x="637846" y="0"/>
                  <a:pt x="654116" y="16270"/>
                  <a:pt x="654116" y="36341"/>
                </a:cubicBezTo>
                <a:lnTo>
                  <a:pt x="654116" y="218038"/>
                </a:lnTo>
                <a:cubicBezTo>
                  <a:pt x="654116" y="238108"/>
                  <a:pt x="637846" y="254379"/>
                  <a:pt x="617776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87492" y="5305610"/>
            <a:ext cx="717711" cy="254379"/>
          </a:xfrm>
          <a:prstGeom prst="rect">
            <a:avLst/>
          </a:prstGeom>
          <a:noFill/>
          <a:ln/>
        </p:spPr>
        <p:txBody>
          <a:bodyPr wrap="square" lIns="109019" tIns="36340" rIns="109019" bIns="3634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17940" y="1165902"/>
            <a:ext cx="3812650" cy="3821735"/>
          </a:xfrm>
          <a:custGeom>
            <a:avLst/>
            <a:gdLst/>
            <a:ahLst/>
            <a:cxnLst/>
            <a:rect l="l" t="t" r="r" b="b"/>
            <a:pathLst>
              <a:path w="3812650" h="3821735">
                <a:moveTo>
                  <a:pt x="72669" y="0"/>
                </a:moveTo>
                <a:lnTo>
                  <a:pt x="3739981" y="0"/>
                </a:lnTo>
                <a:cubicBezTo>
                  <a:pt x="3780115" y="0"/>
                  <a:pt x="3812650" y="32535"/>
                  <a:pt x="3812650" y="72669"/>
                </a:cubicBezTo>
                <a:lnTo>
                  <a:pt x="3812650" y="3749066"/>
                </a:lnTo>
                <a:cubicBezTo>
                  <a:pt x="3812650" y="3789200"/>
                  <a:pt x="3780115" y="3821735"/>
                  <a:pt x="3739981" y="3821735"/>
                </a:cubicBezTo>
                <a:lnTo>
                  <a:pt x="72669" y="3821735"/>
                </a:lnTo>
                <a:cubicBezTo>
                  <a:pt x="32535" y="3821735"/>
                  <a:pt x="0" y="3789200"/>
                  <a:pt x="0" y="3749066"/>
                </a:cubicBezTo>
                <a:lnTo>
                  <a:pt x="0" y="72669"/>
                </a:lnTo>
                <a:cubicBezTo>
                  <a:pt x="0" y="32562"/>
                  <a:pt x="32562" y="0"/>
                  <a:pt x="72669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02667" y="1350632"/>
            <a:ext cx="353404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Priority Protocol Logic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02667" y="1750370"/>
            <a:ext cx="3443195" cy="944835"/>
          </a:xfrm>
          <a:custGeom>
            <a:avLst/>
            <a:gdLst/>
            <a:ahLst/>
            <a:cxnLst/>
            <a:rect l="l" t="t" r="r" b="b"/>
            <a:pathLst>
              <a:path w="3443195" h="944835">
                <a:moveTo>
                  <a:pt x="72677" y="0"/>
                </a:moveTo>
                <a:lnTo>
                  <a:pt x="3370519" y="0"/>
                </a:lnTo>
                <a:cubicBezTo>
                  <a:pt x="3410657" y="0"/>
                  <a:pt x="3443195" y="32538"/>
                  <a:pt x="3443195" y="72677"/>
                </a:cubicBezTo>
                <a:lnTo>
                  <a:pt x="3443195" y="872158"/>
                </a:lnTo>
                <a:cubicBezTo>
                  <a:pt x="3443195" y="912296"/>
                  <a:pt x="3410657" y="944835"/>
                  <a:pt x="3370519" y="944835"/>
                </a:cubicBezTo>
                <a:lnTo>
                  <a:pt x="72677" y="944835"/>
                </a:lnTo>
                <a:cubicBezTo>
                  <a:pt x="32538" y="944835"/>
                  <a:pt x="0" y="912296"/>
                  <a:pt x="0" y="872158"/>
                </a:cubicBezTo>
                <a:lnTo>
                  <a:pt x="0" y="72677"/>
                </a:lnTo>
                <a:cubicBezTo>
                  <a:pt x="0" y="32538"/>
                  <a:pt x="32538" y="0"/>
                  <a:pt x="7267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311686" y="1859389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403672" y="1941153"/>
            <a:ext cx="111291" cy="127189"/>
          </a:xfrm>
          <a:custGeom>
            <a:avLst/>
            <a:gdLst/>
            <a:ahLst/>
            <a:cxnLst/>
            <a:rect l="l" t="t" r="r" b="b"/>
            <a:pathLst>
              <a:path w="111291" h="127189">
                <a:moveTo>
                  <a:pt x="84164" y="-2459"/>
                </a:moveTo>
                <a:cubicBezTo>
                  <a:pt x="87120" y="-323"/>
                  <a:pt x="88213" y="3552"/>
                  <a:pt x="86871" y="6931"/>
                </a:cubicBezTo>
                <a:lnTo>
                  <a:pt x="67395" y="55645"/>
                </a:lnTo>
                <a:lnTo>
                  <a:pt x="103341" y="55645"/>
                </a:lnTo>
                <a:cubicBezTo>
                  <a:pt x="106695" y="55645"/>
                  <a:pt x="109676" y="57732"/>
                  <a:pt x="110819" y="60887"/>
                </a:cubicBezTo>
                <a:cubicBezTo>
                  <a:pt x="111961" y="64042"/>
                  <a:pt x="110993" y="67569"/>
                  <a:pt x="108434" y="69706"/>
                </a:cubicBezTo>
                <a:lnTo>
                  <a:pt x="36890" y="129326"/>
                </a:lnTo>
                <a:cubicBezTo>
                  <a:pt x="34083" y="131661"/>
                  <a:pt x="30083" y="131785"/>
                  <a:pt x="27127" y="129649"/>
                </a:cubicBezTo>
                <a:cubicBezTo>
                  <a:pt x="24171" y="127512"/>
                  <a:pt x="23078" y="123637"/>
                  <a:pt x="24419" y="120258"/>
                </a:cubicBezTo>
                <a:lnTo>
                  <a:pt x="43895" y="71544"/>
                </a:lnTo>
                <a:lnTo>
                  <a:pt x="7949" y="71544"/>
                </a:lnTo>
                <a:cubicBezTo>
                  <a:pt x="4596" y="71544"/>
                  <a:pt x="1615" y="69457"/>
                  <a:pt x="472" y="66302"/>
                </a:cubicBezTo>
                <a:cubicBezTo>
                  <a:pt x="-671" y="63147"/>
                  <a:pt x="298" y="59620"/>
                  <a:pt x="2857" y="57484"/>
                </a:cubicBezTo>
                <a:lnTo>
                  <a:pt x="74401" y="-2136"/>
                </a:lnTo>
                <a:cubicBezTo>
                  <a:pt x="77208" y="-4471"/>
                  <a:pt x="81207" y="-4596"/>
                  <a:pt x="84164" y="-2459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11424" y="1895729"/>
            <a:ext cx="116287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Push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1686" y="2222787"/>
            <a:ext cx="3288751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WebSockets/FCM ensure immediate command delivery to all displays.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02667" y="2804224"/>
            <a:ext cx="3443195" cy="944835"/>
          </a:xfrm>
          <a:custGeom>
            <a:avLst/>
            <a:gdLst/>
            <a:ahLst/>
            <a:cxnLst/>
            <a:rect l="l" t="t" r="r" b="b"/>
            <a:pathLst>
              <a:path w="3443195" h="944835">
                <a:moveTo>
                  <a:pt x="72677" y="0"/>
                </a:moveTo>
                <a:lnTo>
                  <a:pt x="3370519" y="0"/>
                </a:lnTo>
                <a:cubicBezTo>
                  <a:pt x="3410657" y="0"/>
                  <a:pt x="3443195" y="32538"/>
                  <a:pt x="3443195" y="72677"/>
                </a:cubicBezTo>
                <a:lnTo>
                  <a:pt x="3443195" y="872158"/>
                </a:lnTo>
                <a:cubicBezTo>
                  <a:pt x="3443195" y="912296"/>
                  <a:pt x="3410657" y="944835"/>
                  <a:pt x="3370519" y="944835"/>
                </a:cubicBezTo>
                <a:lnTo>
                  <a:pt x="72677" y="944835"/>
                </a:lnTo>
                <a:cubicBezTo>
                  <a:pt x="32538" y="944835"/>
                  <a:pt x="0" y="912296"/>
                  <a:pt x="0" y="872158"/>
                </a:cubicBezTo>
                <a:lnTo>
                  <a:pt x="0" y="72677"/>
                </a:lnTo>
                <a:cubicBezTo>
                  <a:pt x="0" y="32538"/>
                  <a:pt x="32538" y="0"/>
                  <a:pt x="7267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11686" y="2913243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95722" y="2995007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55645" y="47696"/>
                </a:moveTo>
                <a:lnTo>
                  <a:pt x="55645" y="79493"/>
                </a:lnTo>
                <a:cubicBezTo>
                  <a:pt x="55645" y="83890"/>
                  <a:pt x="52093" y="87443"/>
                  <a:pt x="47696" y="87443"/>
                </a:cubicBezTo>
                <a:cubicBezTo>
                  <a:pt x="43299" y="87443"/>
                  <a:pt x="39747" y="83890"/>
                  <a:pt x="39747" y="79493"/>
                </a:cubicBezTo>
                <a:lnTo>
                  <a:pt x="39747" y="47696"/>
                </a:lnTo>
                <a:cubicBezTo>
                  <a:pt x="39747" y="43299"/>
                  <a:pt x="43299" y="39747"/>
                  <a:pt x="47696" y="39747"/>
                </a:cubicBezTo>
                <a:cubicBezTo>
                  <a:pt x="52093" y="39747"/>
                  <a:pt x="55645" y="43299"/>
                  <a:pt x="55645" y="47696"/>
                </a:cubicBezTo>
                <a:close/>
                <a:moveTo>
                  <a:pt x="87443" y="47696"/>
                </a:moveTo>
                <a:lnTo>
                  <a:pt x="87443" y="79493"/>
                </a:lnTo>
                <a:cubicBezTo>
                  <a:pt x="87443" y="83890"/>
                  <a:pt x="83890" y="87443"/>
                  <a:pt x="79493" y="87443"/>
                </a:cubicBezTo>
                <a:cubicBezTo>
                  <a:pt x="75096" y="87443"/>
                  <a:pt x="71544" y="83890"/>
                  <a:pt x="71544" y="79493"/>
                </a:cubicBezTo>
                <a:lnTo>
                  <a:pt x="71544" y="47696"/>
                </a:lnTo>
                <a:cubicBezTo>
                  <a:pt x="71544" y="43299"/>
                  <a:pt x="75096" y="39747"/>
                  <a:pt x="79493" y="39747"/>
                </a:cubicBezTo>
                <a:cubicBezTo>
                  <a:pt x="83890" y="39747"/>
                  <a:pt x="87443" y="43299"/>
                  <a:pt x="87443" y="4769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711424" y="2949583"/>
            <a:ext cx="127189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Auto-Interruption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11686" y="3276641"/>
            <a:ext cx="3288751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High-priority content automatically pauses lower-tier playback.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02667" y="3858077"/>
            <a:ext cx="3443195" cy="944835"/>
          </a:xfrm>
          <a:custGeom>
            <a:avLst/>
            <a:gdLst/>
            <a:ahLst/>
            <a:cxnLst/>
            <a:rect l="l" t="t" r="r" b="b"/>
            <a:pathLst>
              <a:path w="3443195" h="944835">
                <a:moveTo>
                  <a:pt x="72677" y="0"/>
                </a:moveTo>
                <a:lnTo>
                  <a:pt x="3370519" y="0"/>
                </a:lnTo>
                <a:cubicBezTo>
                  <a:pt x="3410657" y="0"/>
                  <a:pt x="3443195" y="32538"/>
                  <a:pt x="3443195" y="72677"/>
                </a:cubicBezTo>
                <a:lnTo>
                  <a:pt x="3443195" y="872158"/>
                </a:lnTo>
                <a:cubicBezTo>
                  <a:pt x="3443195" y="912296"/>
                  <a:pt x="3410657" y="944835"/>
                  <a:pt x="3370519" y="944835"/>
                </a:cubicBezTo>
                <a:lnTo>
                  <a:pt x="72677" y="944835"/>
                </a:lnTo>
                <a:cubicBezTo>
                  <a:pt x="32538" y="944835"/>
                  <a:pt x="0" y="912296"/>
                  <a:pt x="0" y="872158"/>
                </a:cubicBezTo>
                <a:lnTo>
                  <a:pt x="0" y="72677"/>
                </a:lnTo>
                <a:cubicBezTo>
                  <a:pt x="0" y="32538"/>
                  <a:pt x="32538" y="0"/>
                  <a:pt x="7267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311686" y="3967097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145359" y="0"/>
                </a:moveTo>
                <a:lnTo>
                  <a:pt x="145359" y="0"/>
                </a:lnTo>
                <a:cubicBezTo>
                  <a:pt x="225585" y="0"/>
                  <a:pt x="290718" y="65133"/>
                  <a:pt x="290718" y="145359"/>
                </a:cubicBezTo>
                <a:lnTo>
                  <a:pt x="290718" y="145359"/>
                </a:lnTo>
                <a:cubicBezTo>
                  <a:pt x="290718" y="225585"/>
                  <a:pt x="225585" y="290718"/>
                  <a:pt x="145359" y="290718"/>
                </a:cubicBezTo>
                <a:lnTo>
                  <a:pt x="145359" y="290718"/>
                </a:lnTo>
                <a:cubicBezTo>
                  <a:pt x="65133" y="290718"/>
                  <a:pt x="0" y="225585"/>
                  <a:pt x="0" y="145359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95722" y="4048861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0" y="63595"/>
                </a:moveTo>
                <a:cubicBezTo>
                  <a:pt x="0" y="28496"/>
                  <a:pt x="28496" y="0"/>
                  <a:pt x="63595" y="0"/>
                </a:cubicBezTo>
                <a:cubicBezTo>
                  <a:pt x="98693" y="0"/>
                  <a:pt x="127189" y="28496"/>
                  <a:pt x="127189" y="63595"/>
                </a:cubicBezTo>
                <a:cubicBezTo>
                  <a:pt x="127189" y="98693"/>
                  <a:pt x="98693" y="127189"/>
                  <a:pt x="63595" y="127189"/>
                </a:cubicBezTo>
                <a:cubicBezTo>
                  <a:pt x="28496" y="127189"/>
                  <a:pt x="0" y="98693"/>
                  <a:pt x="0" y="63595"/>
                </a:cubicBezTo>
                <a:close/>
                <a:moveTo>
                  <a:pt x="46777" y="36542"/>
                </a:moveTo>
                <a:cubicBezTo>
                  <a:pt x="44889" y="37585"/>
                  <a:pt x="43721" y="39598"/>
                  <a:pt x="43721" y="41734"/>
                </a:cubicBezTo>
                <a:lnTo>
                  <a:pt x="43721" y="85455"/>
                </a:lnTo>
                <a:cubicBezTo>
                  <a:pt x="43721" y="87617"/>
                  <a:pt x="44889" y="89604"/>
                  <a:pt x="46777" y="90647"/>
                </a:cubicBezTo>
                <a:cubicBezTo>
                  <a:pt x="48665" y="91691"/>
                  <a:pt x="50950" y="91666"/>
                  <a:pt x="52813" y="90523"/>
                </a:cubicBezTo>
                <a:lnTo>
                  <a:pt x="88585" y="68662"/>
                </a:lnTo>
                <a:cubicBezTo>
                  <a:pt x="90349" y="67569"/>
                  <a:pt x="91442" y="65656"/>
                  <a:pt x="91442" y="63570"/>
                </a:cubicBezTo>
                <a:cubicBezTo>
                  <a:pt x="91442" y="61483"/>
                  <a:pt x="90349" y="59570"/>
                  <a:pt x="88585" y="58477"/>
                </a:cubicBezTo>
                <a:lnTo>
                  <a:pt x="52813" y="36617"/>
                </a:lnTo>
                <a:cubicBezTo>
                  <a:pt x="50975" y="35499"/>
                  <a:pt x="48665" y="35449"/>
                  <a:pt x="46777" y="36492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711424" y="4003437"/>
            <a:ext cx="135365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Resume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11686" y="4330495"/>
            <a:ext cx="3288751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content resumes automatically after Tier 1/2 completes.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17940" y="5139058"/>
            <a:ext cx="3812650" cy="1350629"/>
          </a:xfrm>
          <a:custGeom>
            <a:avLst/>
            <a:gdLst/>
            <a:ahLst/>
            <a:cxnLst/>
            <a:rect l="l" t="t" r="r" b="b"/>
            <a:pathLst>
              <a:path w="3812650" h="1350629">
                <a:moveTo>
                  <a:pt x="72677" y="0"/>
                </a:moveTo>
                <a:lnTo>
                  <a:pt x="3739972" y="0"/>
                </a:lnTo>
                <a:cubicBezTo>
                  <a:pt x="3780111" y="0"/>
                  <a:pt x="3812650" y="32539"/>
                  <a:pt x="3812650" y="72677"/>
                </a:cubicBezTo>
                <a:lnTo>
                  <a:pt x="3812650" y="1277952"/>
                </a:lnTo>
                <a:cubicBezTo>
                  <a:pt x="3812650" y="1318090"/>
                  <a:pt x="3780111" y="1350629"/>
                  <a:pt x="3739972" y="1350629"/>
                </a:cubicBezTo>
                <a:lnTo>
                  <a:pt x="72677" y="1350629"/>
                </a:lnTo>
                <a:cubicBezTo>
                  <a:pt x="32539" y="1350629"/>
                  <a:pt x="0" y="1318090"/>
                  <a:pt x="0" y="1277952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189040" y="5332864"/>
            <a:ext cx="163529" cy="163529"/>
          </a:xfrm>
          <a:custGeom>
            <a:avLst/>
            <a:gdLst/>
            <a:ahLst/>
            <a:cxnLst/>
            <a:rect l="l" t="t" r="r" b="b"/>
            <a:pathLst>
              <a:path w="163529" h="163529">
                <a:moveTo>
                  <a:pt x="143088" y="81765"/>
                </a:moveTo>
                <a:cubicBezTo>
                  <a:pt x="143088" y="47919"/>
                  <a:pt x="115610" y="20441"/>
                  <a:pt x="81765" y="20441"/>
                </a:cubicBezTo>
                <a:cubicBezTo>
                  <a:pt x="47919" y="20441"/>
                  <a:pt x="20441" y="47919"/>
                  <a:pt x="20441" y="81765"/>
                </a:cubicBezTo>
                <a:cubicBezTo>
                  <a:pt x="20441" y="115610"/>
                  <a:pt x="47919" y="143088"/>
                  <a:pt x="81765" y="143088"/>
                </a:cubicBezTo>
                <a:cubicBezTo>
                  <a:pt x="115610" y="143088"/>
                  <a:pt x="143088" y="115610"/>
                  <a:pt x="143088" y="81765"/>
                </a:cubicBezTo>
                <a:close/>
                <a:moveTo>
                  <a:pt x="0" y="81765"/>
                </a:moveTo>
                <a:cubicBezTo>
                  <a:pt x="0" y="36637"/>
                  <a:pt x="36637" y="0"/>
                  <a:pt x="81765" y="0"/>
                </a:cubicBezTo>
                <a:cubicBezTo>
                  <a:pt x="126892" y="0"/>
                  <a:pt x="163529" y="36637"/>
                  <a:pt x="163529" y="81765"/>
                </a:cubicBezTo>
                <a:cubicBezTo>
                  <a:pt x="163529" y="126892"/>
                  <a:pt x="126892" y="163529"/>
                  <a:pt x="81765" y="163529"/>
                </a:cubicBezTo>
                <a:cubicBezTo>
                  <a:pt x="36637" y="163529"/>
                  <a:pt x="0" y="126892"/>
                  <a:pt x="0" y="81765"/>
                </a:cubicBezTo>
                <a:close/>
                <a:moveTo>
                  <a:pt x="81765" y="107316"/>
                </a:moveTo>
                <a:cubicBezTo>
                  <a:pt x="95867" y="107316"/>
                  <a:pt x="107316" y="95867"/>
                  <a:pt x="107316" y="81765"/>
                </a:cubicBezTo>
                <a:cubicBezTo>
                  <a:pt x="107316" y="67662"/>
                  <a:pt x="95867" y="56213"/>
                  <a:pt x="81765" y="56213"/>
                </a:cubicBezTo>
                <a:cubicBezTo>
                  <a:pt x="67662" y="56213"/>
                  <a:pt x="56213" y="67662"/>
                  <a:pt x="56213" y="81765"/>
                </a:cubicBezTo>
                <a:cubicBezTo>
                  <a:pt x="56213" y="95867"/>
                  <a:pt x="67662" y="107316"/>
                  <a:pt x="81765" y="107316"/>
                </a:cubicBezTo>
                <a:close/>
                <a:moveTo>
                  <a:pt x="81765" y="35772"/>
                </a:moveTo>
                <a:cubicBezTo>
                  <a:pt x="107149" y="35772"/>
                  <a:pt x="127757" y="56381"/>
                  <a:pt x="127757" y="81765"/>
                </a:cubicBezTo>
                <a:cubicBezTo>
                  <a:pt x="127757" y="107149"/>
                  <a:pt x="107149" y="127757"/>
                  <a:pt x="81765" y="127757"/>
                </a:cubicBezTo>
                <a:cubicBezTo>
                  <a:pt x="56381" y="127757"/>
                  <a:pt x="35772" y="107149"/>
                  <a:pt x="35772" y="81765"/>
                </a:cubicBezTo>
                <a:cubicBezTo>
                  <a:pt x="35772" y="56381"/>
                  <a:pt x="56381" y="35772"/>
                  <a:pt x="81765" y="35772"/>
                </a:cubicBezTo>
                <a:close/>
                <a:moveTo>
                  <a:pt x="71544" y="81765"/>
                </a:moveTo>
                <a:cubicBezTo>
                  <a:pt x="71544" y="76124"/>
                  <a:pt x="76124" y="71544"/>
                  <a:pt x="81765" y="71544"/>
                </a:cubicBezTo>
                <a:cubicBezTo>
                  <a:pt x="87405" y="71544"/>
                  <a:pt x="91985" y="76124"/>
                  <a:pt x="91985" y="81765"/>
                </a:cubicBezTo>
                <a:cubicBezTo>
                  <a:pt x="91985" y="87405"/>
                  <a:pt x="87405" y="91985"/>
                  <a:pt x="81765" y="91985"/>
                </a:cubicBezTo>
                <a:cubicBezTo>
                  <a:pt x="76124" y="91985"/>
                  <a:pt x="71544" y="87405"/>
                  <a:pt x="71544" y="81765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75281" y="5287440"/>
            <a:ext cx="33886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Case Examples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66327" y="5650838"/>
            <a:ext cx="25437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T1: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29791" y="5650838"/>
            <a:ext cx="170797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evacuation alerts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166327" y="5905216"/>
            <a:ext cx="25437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T2: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29791" y="5905216"/>
            <a:ext cx="147176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CEO town hall broadcast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166327" y="6159595"/>
            <a:ext cx="254379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T3: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29791" y="6159595"/>
            <a:ext cx="134457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safety reminders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kern="0" spc="55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Role-Based Access Control (RBAC)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050" y="1129704"/>
            <a:ext cx="5630914" cy="4512947"/>
          </a:xfrm>
          <a:custGeom>
            <a:avLst/>
            <a:gdLst/>
            <a:ahLst/>
            <a:cxnLst/>
            <a:rect l="l" t="t" r="r" b="b"/>
            <a:pathLst>
              <a:path w="5630914" h="4512947">
                <a:moveTo>
                  <a:pt x="70402" y="0"/>
                </a:moveTo>
                <a:lnTo>
                  <a:pt x="5560512" y="0"/>
                </a:lnTo>
                <a:cubicBezTo>
                  <a:pt x="5599368" y="0"/>
                  <a:pt x="5630914" y="31546"/>
                  <a:pt x="5630914" y="70402"/>
                </a:cubicBezTo>
                <a:lnTo>
                  <a:pt x="5630914" y="4442545"/>
                </a:lnTo>
                <a:cubicBezTo>
                  <a:pt x="5630914" y="4481401"/>
                  <a:pt x="5599368" y="4512947"/>
                  <a:pt x="5560512" y="4512947"/>
                </a:cubicBezTo>
                <a:lnTo>
                  <a:pt x="70402" y="4512947"/>
                </a:lnTo>
                <a:cubicBezTo>
                  <a:pt x="31546" y="4512947"/>
                  <a:pt x="0" y="4481401"/>
                  <a:pt x="0" y="4442545"/>
                </a:cubicBezTo>
                <a:lnTo>
                  <a:pt x="0" y="70402"/>
                </a:lnTo>
                <a:cubicBezTo>
                  <a:pt x="0" y="31546"/>
                  <a:pt x="31546" y="0"/>
                  <a:pt x="70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4042" y="1308699"/>
            <a:ext cx="563385" cy="563385"/>
          </a:xfrm>
          <a:custGeom>
            <a:avLst/>
            <a:gdLst/>
            <a:ahLst/>
            <a:cxnLst/>
            <a:rect l="l" t="t" r="r" b="b"/>
            <a:pathLst>
              <a:path w="563385" h="563385">
                <a:moveTo>
                  <a:pt x="281692" y="0"/>
                </a:moveTo>
                <a:lnTo>
                  <a:pt x="281692" y="0"/>
                </a:lnTo>
                <a:cubicBezTo>
                  <a:pt x="437163" y="0"/>
                  <a:pt x="563385" y="126222"/>
                  <a:pt x="563385" y="281692"/>
                </a:cubicBezTo>
                <a:lnTo>
                  <a:pt x="563385" y="281692"/>
                </a:lnTo>
                <a:cubicBezTo>
                  <a:pt x="563385" y="437163"/>
                  <a:pt x="437163" y="563385"/>
                  <a:pt x="281692" y="563385"/>
                </a:cubicBezTo>
                <a:lnTo>
                  <a:pt x="281692" y="563385"/>
                </a:lnTo>
                <a:cubicBezTo>
                  <a:pt x="126222" y="563385"/>
                  <a:pt x="0" y="437163"/>
                  <a:pt x="0" y="281692"/>
                </a:cubicBezTo>
                <a:lnTo>
                  <a:pt x="0" y="281692"/>
                </a:lnTo>
                <a:cubicBezTo>
                  <a:pt x="0" y="126222"/>
                  <a:pt x="126222" y="0"/>
                  <a:pt x="281692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9386" y="1458348"/>
            <a:ext cx="297097" cy="264087"/>
          </a:xfrm>
          <a:custGeom>
            <a:avLst/>
            <a:gdLst/>
            <a:ahLst/>
            <a:cxnLst/>
            <a:rect l="l" t="t" r="r" b="b"/>
            <a:pathLst>
              <a:path w="297097" h="264087">
                <a:moveTo>
                  <a:pt x="161444" y="44977"/>
                </a:moveTo>
                <a:cubicBezTo>
                  <a:pt x="166189" y="41212"/>
                  <a:pt x="169181" y="35383"/>
                  <a:pt x="169181" y="28884"/>
                </a:cubicBezTo>
                <a:cubicBezTo>
                  <a:pt x="169181" y="17485"/>
                  <a:pt x="159948" y="8253"/>
                  <a:pt x="148549" y="8253"/>
                </a:cubicBezTo>
                <a:cubicBezTo>
                  <a:pt x="137150" y="8253"/>
                  <a:pt x="127917" y="17485"/>
                  <a:pt x="127917" y="28884"/>
                </a:cubicBezTo>
                <a:cubicBezTo>
                  <a:pt x="127917" y="35383"/>
                  <a:pt x="130960" y="41212"/>
                  <a:pt x="135654" y="44977"/>
                </a:cubicBezTo>
                <a:lnTo>
                  <a:pt x="100374" y="100477"/>
                </a:lnTo>
                <a:cubicBezTo>
                  <a:pt x="95216" y="108575"/>
                  <a:pt x="84229" y="110586"/>
                  <a:pt x="76544" y="104809"/>
                </a:cubicBezTo>
                <a:lnTo>
                  <a:pt x="45854" y="81857"/>
                </a:lnTo>
                <a:cubicBezTo>
                  <a:pt x="48175" y="78555"/>
                  <a:pt x="49516" y="74481"/>
                  <a:pt x="49516" y="70148"/>
                </a:cubicBezTo>
                <a:cubicBezTo>
                  <a:pt x="49516" y="58749"/>
                  <a:pt x="40284" y="49516"/>
                  <a:pt x="28884" y="49516"/>
                </a:cubicBezTo>
                <a:cubicBezTo>
                  <a:pt x="17485" y="49516"/>
                  <a:pt x="8253" y="58749"/>
                  <a:pt x="8253" y="70148"/>
                </a:cubicBezTo>
                <a:cubicBezTo>
                  <a:pt x="8253" y="81392"/>
                  <a:pt x="17279" y="90573"/>
                  <a:pt x="28472" y="90780"/>
                </a:cubicBezTo>
                <a:lnTo>
                  <a:pt x="45287" y="202965"/>
                </a:lnTo>
                <a:cubicBezTo>
                  <a:pt x="47711" y="219109"/>
                  <a:pt x="61586" y="231076"/>
                  <a:pt x="77937" y="231076"/>
                </a:cubicBezTo>
                <a:lnTo>
                  <a:pt x="219161" y="231076"/>
                </a:lnTo>
                <a:cubicBezTo>
                  <a:pt x="235512" y="231076"/>
                  <a:pt x="249387" y="219109"/>
                  <a:pt x="251811" y="202965"/>
                </a:cubicBezTo>
                <a:lnTo>
                  <a:pt x="268626" y="90780"/>
                </a:lnTo>
                <a:cubicBezTo>
                  <a:pt x="279818" y="90573"/>
                  <a:pt x="288845" y="81392"/>
                  <a:pt x="288845" y="70148"/>
                </a:cubicBezTo>
                <a:cubicBezTo>
                  <a:pt x="288845" y="58749"/>
                  <a:pt x="279612" y="49516"/>
                  <a:pt x="268213" y="49516"/>
                </a:cubicBezTo>
                <a:cubicBezTo>
                  <a:pt x="256814" y="49516"/>
                  <a:pt x="247581" y="58749"/>
                  <a:pt x="247581" y="70148"/>
                </a:cubicBezTo>
                <a:cubicBezTo>
                  <a:pt x="247581" y="74481"/>
                  <a:pt x="248922" y="78555"/>
                  <a:pt x="251243" y="81857"/>
                </a:cubicBezTo>
                <a:lnTo>
                  <a:pt x="220605" y="104861"/>
                </a:lnTo>
                <a:cubicBezTo>
                  <a:pt x="212920" y="110638"/>
                  <a:pt x="201933" y="108626"/>
                  <a:pt x="196775" y="100528"/>
                </a:cubicBezTo>
                <a:lnTo>
                  <a:pt x="161444" y="44977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8273" y="1343910"/>
            <a:ext cx="1549308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4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 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8273" y="1625603"/>
            <a:ext cx="1514097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Superuser Role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648" y="2012930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1648" y="2012930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3691" y="2153776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79226" y="8803"/>
                </a:moveTo>
                <a:cubicBezTo>
                  <a:pt x="56999" y="8803"/>
                  <a:pt x="39200" y="18926"/>
                  <a:pt x="26244" y="30975"/>
                </a:cubicBezTo>
                <a:cubicBezTo>
                  <a:pt x="13369" y="42942"/>
                  <a:pt x="4759" y="57219"/>
                  <a:pt x="660" y="67039"/>
                </a:cubicBezTo>
                <a:cubicBezTo>
                  <a:pt x="-248" y="69213"/>
                  <a:pt x="-248" y="71634"/>
                  <a:pt x="660" y="73807"/>
                </a:cubicBezTo>
                <a:cubicBezTo>
                  <a:pt x="4759" y="83627"/>
                  <a:pt x="13369" y="97932"/>
                  <a:pt x="26244" y="109871"/>
                </a:cubicBezTo>
                <a:cubicBezTo>
                  <a:pt x="39200" y="121892"/>
                  <a:pt x="56999" y="132043"/>
                  <a:pt x="79226" y="132043"/>
                </a:cubicBezTo>
                <a:cubicBezTo>
                  <a:pt x="101453" y="132043"/>
                  <a:pt x="119252" y="121920"/>
                  <a:pt x="132208" y="109871"/>
                </a:cubicBezTo>
                <a:cubicBezTo>
                  <a:pt x="145083" y="97905"/>
                  <a:pt x="153693" y="83627"/>
                  <a:pt x="157792" y="73807"/>
                </a:cubicBezTo>
                <a:cubicBezTo>
                  <a:pt x="158700" y="71634"/>
                  <a:pt x="158700" y="69213"/>
                  <a:pt x="157792" y="67039"/>
                </a:cubicBezTo>
                <a:cubicBezTo>
                  <a:pt x="153693" y="57219"/>
                  <a:pt x="145083" y="42914"/>
                  <a:pt x="132208" y="30975"/>
                </a:cubicBezTo>
                <a:cubicBezTo>
                  <a:pt x="119252" y="18954"/>
                  <a:pt x="101453" y="8803"/>
                  <a:pt x="79226" y="8803"/>
                </a:cubicBezTo>
                <a:close/>
                <a:moveTo>
                  <a:pt x="39613" y="70423"/>
                </a:moveTo>
                <a:cubicBezTo>
                  <a:pt x="39613" y="48560"/>
                  <a:pt x="57363" y="30810"/>
                  <a:pt x="79226" y="30810"/>
                </a:cubicBezTo>
                <a:cubicBezTo>
                  <a:pt x="101089" y="30810"/>
                  <a:pt x="118839" y="48560"/>
                  <a:pt x="118839" y="70423"/>
                </a:cubicBezTo>
                <a:cubicBezTo>
                  <a:pt x="118839" y="92286"/>
                  <a:pt x="101089" y="110036"/>
                  <a:pt x="79226" y="110036"/>
                </a:cubicBezTo>
                <a:cubicBezTo>
                  <a:pt x="57363" y="110036"/>
                  <a:pt x="39613" y="92286"/>
                  <a:pt x="39613" y="70423"/>
                </a:cubicBezTo>
                <a:close/>
                <a:moveTo>
                  <a:pt x="79226" y="52817"/>
                </a:moveTo>
                <a:cubicBezTo>
                  <a:pt x="79226" y="62528"/>
                  <a:pt x="71331" y="70423"/>
                  <a:pt x="61620" y="70423"/>
                </a:cubicBezTo>
                <a:cubicBezTo>
                  <a:pt x="58457" y="70423"/>
                  <a:pt x="55486" y="69598"/>
                  <a:pt x="52900" y="68112"/>
                </a:cubicBezTo>
                <a:cubicBezTo>
                  <a:pt x="52625" y="71111"/>
                  <a:pt x="52872" y="74192"/>
                  <a:pt x="53698" y="77245"/>
                </a:cubicBezTo>
                <a:cubicBezTo>
                  <a:pt x="57466" y="91330"/>
                  <a:pt x="71964" y="99693"/>
                  <a:pt x="86048" y="95924"/>
                </a:cubicBezTo>
                <a:cubicBezTo>
                  <a:pt x="100133" y="92155"/>
                  <a:pt x="108496" y="77658"/>
                  <a:pt x="104727" y="63573"/>
                </a:cubicBezTo>
                <a:cubicBezTo>
                  <a:pt x="101371" y="51002"/>
                  <a:pt x="89459" y="42997"/>
                  <a:pt x="76915" y="44097"/>
                </a:cubicBezTo>
                <a:cubicBezTo>
                  <a:pt x="78373" y="46655"/>
                  <a:pt x="79226" y="49626"/>
                  <a:pt x="79226" y="52817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369" y="2118565"/>
            <a:ext cx="94190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Visibility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4888" y="2365045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displays, content, and user activities across all subcenters.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1648" y="2717161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1648" y="2717161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3691" y="2858007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8803" y="32846"/>
                </a:moveTo>
                <a:cubicBezTo>
                  <a:pt x="3549" y="29820"/>
                  <a:pt x="0" y="24125"/>
                  <a:pt x="0" y="17606"/>
                </a:cubicBezTo>
                <a:cubicBezTo>
                  <a:pt x="0" y="7895"/>
                  <a:pt x="7895" y="0"/>
                  <a:pt x="17606" y="0"/>
                </a:cubicBezTo>
                <a:cubicBezTo>
                  <a:pt x="24125" y="0"/>
                  <a:pt x="29820" y="3549"/>
                  <a:pt x="32846" y="8803"/>
                </a:cubicBezTo>
                <a:lnTo>
                  <a:pt x="125579" y="8803"/>
                </a:lnTo>
                <a:cubicBezTo>
                  <a:pt x="128632" y="3549"/>
                  <a:pt x="134299" y="0"/>
                  <a:pt x="140819" y="0"/>
                </a:cubicBezTo>
                <a:cubicBezTo>
                  <a:pt x="150529" y="0"/>
                  <a:pt x="158424" y="7895"/>
                  <a:pt x="158424" y="17606"/>
                </a:cubicBezTo>
                <a:cubicBezTo>
                  <a:pt x="158424" y="24125"/>
                  <a:pt x="154876" y="29820"/>
                  <a:pt x="149622" y="32846"/>
                </a:cubicBezTo>
                <a:lnTo>
                  <a:pt x="149622" y="107973"/>
                </a:lnTo>
                <a:cubicBezTo>
                  <a:pt x="154876" y="111026"/>
                  <a:pt x="158424" y="116693"/>
                  <a:pt x="158424" y="123213"/>
                </a:cubicBezTo>
                <a:cubicBezTo>
                  <a:pt x="158424" y="132924"/>
                  <a:pt x="150529" y="140819"/>
                  <a:pt x="140819" y="140819"/>
                </a:cubicBezTo>
                <a:cubicBezTo>
                  <a:pt x="134299" y="140819"/>
                  <a:pt x="128605" y="137270"/>
                  <a:pt x="125579" y="132016"/>
                </a:cubicBezTo>
                <a:lnTo>
                  <a:pt x="32846" y="132016"/>
                </a:lnTo>
                <a:cubicBezTo>
                  <a:pt x="29792" y="137270"/>
                  <a:pt x="24125" y="140819"/>
                  <a:pt x="17606" y="140819"/>
                </a:cubicBezTo>
                <a:cubicBezTo>
                  <a:pt x="7895" y="140819"/>
                  <a:pt x="0" y="132924"/>
                  <a:pt x="0" y="123213"/>
                </a:cubicBezTo>
                <a:cubicBezTo>
                  <a:pt x="0" y="116693"/>
                  <a:pt x="3549" y="110999"/>
                  <a:pt x="8803" y="107973"/>
                </a:cubicBezTo>
                <a:lnTo>
                  <a:pt x="8803" y="32846"/>
                </a:lnTo>
                <a:close/>
                <a:moveTo>
                  <a:pt x="132043" y="32846"/>
                </a:moveTo>
                <a:cubicBezTo>
                  <a:pt x="129375" y="31305"/>
                  <a:pt x="127147" y="29077"/>
                  <a:pt x="125606" y="26409"/>
                </a:cubicBezTo>
                <a:lnTo>
                  <a:pt x="32846" y="26409"/>
                </a:lnTo>
                <a:cubicBezTo>
                  <a:pt x="31305" y="29077"/>
                  <a:pt x="29077" y="31305"/>
                  <a:pt x="26409" y="32846"/>
                </a:cubicBezTo>
                <a:lnTo>
                  <a:pt x="26409" y="107973"/>
                </a:lnTo>
                <a:cubicBezTo>
                  <a:pt x="29077" y="109513"/>
                  <a:pt x="31305" y="111742"/>
                  <a:pt x="32846" y="114410"/>
                </a:cubicBezTo>
                <a:lnTo>
                  <a:pt x="125579" y="114410"/>
                </a:lnTo>
                <a:cubicBezTo>
                  <a:pt x="127119" y="111742"/>
                  <a:pt x="129347" y="109513"/>
                  <a:pt x="132016" y="107973"/>
                </a:cubicBezTo>
                <a:lnTo>
                  <a:pt x="132016" y="32846"/>
                </a:lnTo>
                <a:close/>
                <a:moveTo>
                  <a:pt x="39613" y="48416"/>
                </a:moveTo>
                <a:cubicBezTo>
                  <a:pt x="39613" y="43547"/>
                  <a:pt x="43547" y="39613"/>
                  <a:pt x="48416" y="39613"/>
                </a:cubicBezTo>
                <a:lnTo>
                  <a:pt x="79226" y="39613"/>
                </a:lnTo>
                <a:cubicBezTo>
                  <a:pt x="84095" y="39613"/>
                  <a:pt x="88029" y="43547"/>
                  <a:pt x="88029" y="48416"/>
                </a:cubicBezTo>
                <a:lnTo>
                  <a:pt x="88029" y="66022"/>
                </a:lnTo>
                <a:cubicBezTo>
                  <a:pt x="88029" y="70891"/>
                  <a:pt x="84095" y="74825"/>
                  <a:pt x="79226" y="74825"/>
                </a:cubicBezTo>
                <a:lnTo>
                  <a:pt x="48416" y="74825"/>
                </a:lnTo>
                <a:cubicBezTo>
                  <a:pt x="43547" y="74825"/>
                  <a:pt x="39613" y="70891"/>
                  <a:pt x="39613" y="66022"/>
                </a:cubicBezTo>
                <a:lnTo>
                  <a:pt x="39613" y="48416"/>
                </a:lnTo>
                <a:close/>
                <a:moveTo>
                  <a:pt x="70423" y="88029"/>
                </a:moveTo>
                <a:lnTo>
                  <a:pt x="79226" y="88029"/>
                </a:lnTo>
                <a:cubicBezTo>
                  <a:pt x="91385" y="88029"/>
                  <a:pt x="101233" y="78181"/>
                  <a:pt x="101233" y="66022"/>
                </a:cubicBezTo>
                <a:lnTo>
                  <a:pt x="110036" y="66022"/>
                </a:lnTo>
                <a:cubicBezTo>
                  <a:pt x="114905" y="66022"/>
                  <a:pt x="118839" y="69955"/>
                  <a:pt x="118839" y="74825"/>
                </a:cubicBezTo>
                <a:lnTo>
                  <a:pt x="118839" y="92430"/>
                </a:lnTo>
                <a:cubicBezTo>
                  <a:pt x="118839" y="97299"/>
                  <a:pt x="114905" y="101233"/>
                  <a:pt x="110036" y="101233"/>
                </a:cubicBezTo>
                <a:lnTo>
                  <a:pt x="79226" y="101233"/>
                </a:lnTo>
                <a:cubicBezTo>
                  <a:pt x="74357" y="101233"/>
                  <a:pt x="70423" y="97299"/>
                  <a:pt x="70423" y="92430"/>
                </a:cubicBezTo>
                <a:lnTo>
                  <a:pt x="70423" y="88029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1369" y="2822796"/>
            <a:ext cx="1197193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Grouping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888" y="3069277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TVs by region, department, or function for targeted messaging.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1648" y="3421392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1648" y="3421392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3691" y="3562238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24180" y="3164"/>
                </a:moveTo>
                <a:cubicBezTo>
                  <a:pt x="21072" y="1265"/>
                  <a:pt x="17001" y="2283"/>
                  <a:pt x="15102" y="5392"/>
                </a:cubicBezTo>
                <a:cubicBezTo>
                  <a:pt x="8280" y="16670"/>
                  <a:pt x="4374" y="29902"/>
                  <a:pt x="4374" y="44014"/>
                </a:cubicBezTo>
                <a:cubicBezTo>
                  <a:pt x="4374" y="58127"/>
                  <a:pt x="8280" y="71358"/>
                  <a:pt x="15102" y="82637"/>
                </a:cubicBezTo>
                <a:cubicBezTo>
                  <a:pt x="17001" y="85746"/>
                  <a:pt x="21044" y="86763"/>
                  <a:pt x="24180" y="84865"/>
                </a:cubicBezTo>
                <a:cubicBezTo>
                  <a:pt x="27316" y="82967"/>
                  <a:pt x="28307" y="78923"/>
                  <a:pt x="26409" y="75787"/>
                </a:cubicBezTo>
                <a:cubicBezTo>
                  <a:pt x="20824" y="66544"/>
                  <a:pt x="17606" y="55651"/>
                  <a:pt x="17606" y="44014"/>
                </a:cubicBezTo>
                <a:cubicBezTo>
                  <a:pt x="17606" y="32378"/>
                  <a:pt x="20824" y="21485"/>
                  <a:pt x="26436" y="12214"/>
                </a:cubicBezTo>
                <a:cubicBezTo>
                  <a:pt x="28334" y="9105"/>
                  <a:pt x="27316" y="5034"/>
                  <a:pt x="24208" y="3136"/>
                </a:cubicBezTo>
                <a:close/>
                <a:moveTo>
                  <a:pt x="134244" y="3164"/>
                </a:moveTo>
                <a:cubicBezTo>
                  <a:pt x="131136" y="5062"/>
                  <a:pt x="130118" y="9105"/>
                  <a:pt x="132016" y="12242"/>
                </a:cubicBezTo>
                <a:cubicBezTo>
                  <a:pt x="137628" y="21512"/>
                  <a:pt x="140846" y="32406"/>
                  <a:pt x="140846" y="44042"/>
                </a:cubicBezTo>
                <a:cubicBezTo>
                  <a:pt x="140846" y="55678"/>
                  <a:pt x="137628" y="66572"/>
                  <a:pt x="132016" y="75842"/>
                </a:cubicBezTo>
                <a:cubicBezTo>
                  <a:pt x="130118" y="78951"/>
                  <a:pt x="131136" y="83022"/>
                  <a:pt x="134244" y="84920"/>
                </a:cubicBezTo>
                <a:cubicBezTo>
                  <a:pt x="137353" y="86818"/>
                  <a:pt x="141424" y="85801"/>
                  <a:pt x="143322" y="82692"/>
                </a:cubicBezTo>
                <a:cubicBezTo>
                  <a:pt x="150144" y="71413"/>
                  <a:pt x="154051" y="58182"/>
                  <a:pt x="154051" y="44069"/>
                </a:cubicBezTo>
                <a:cubicBezTo>
                  <a:pt x="154051" y="29957"/>
                  <a:pt x="150144" y="16670"/>
                  <a:pt x="143322" y="5392"/>
                </a:cubicBezTo>
                <a:cubicBezTo>
                  <a:pt x="141424" y="2283"/>
                  <a:pt x="137380" y="1265"/>
                  <a:pt x="134244" y="3164"/>
                </a:cubicBezTo>
                <a:close/>
                <a:moveTo>
                  <a:pt x="88029" y="59254"/>
                </a:moveTo>
                <a:cubicBezTo>
                  <a:pt x="93283" y="56201"/>
                  <a:pt x="96832" y="50534"/>
                  <a:pt x="96832" y="44014"/>
                </a:cubicBezTo>
                <a:cubicBezTo>
                  <a:pt x="96832" y="34304"/>
                  <a:pt x="88937" y="26409"/>
                  <a:pt x="79226" y="26409"/>
                </a:cubicBezTo>
                <a:cubicBezTo>
                  <a:pt x="69515" y="26409"/>
                  <a:pt x="61620" y="34304"/>
                  <a:pt x="61620" y="44014"/>
                </a:cubicBezTo>
                <a:cubicBezTo>
                  <a:pt x="61620" y="50534"/>
                  <a:pt x="65169" y="56228"/>
                  <a:pt x="70423" y="59254"/>
                </a:cubicBezTo>
                <a:lnTo>
                  <a:pt x="70423" y="132043"/>
                </a:lnTo>
                <a:cubicBezTo>
                  <a:pt x="70423" y="136912"/>
                  <a:pt x="74357" y="140846"/>
                  <a:pt x="79226" y="140846"/>
                </a:cubicBezTo>
                <a:cubicBezTo>
                  <a:pt x="84095" y="140846"/>
                  <a:pt x="88029" y="136912"/>
                  <a:pt x="88029" y="132043"/>
                </a:cubicBezTo>
                <a:lnTo>
                  <a:pt x="88029" y="59254"/>
                </a:lnTo>
                <a:close/>
                <a:moveTo>
                  <a:pt x="49571" y="25033"/>
                </a:moveTo>
                <a:cubicBezTo>
                  <a:pt x="51552" y="21952"/>
                  <a:pt x="50644" y="17881"/>
                  <a:pt x="47591" y="15900"/>
                </a:cubicBezTo>
                <a:cubicBezTo>
                  <a:pt x="44537" y="13920"/>
                  <a:pt x="40438" y="14827"/>
                  <a:pt x="38458" y="17881"/>
                </a:cubicBezTo>
                <a:cubicBezTo>
                  <a:pt x="33616" y="25418"/>
                  <a:pt x="30810" y="34386"/>
                  <a:pt x="30810" y="44014"/>
                </a:cubicBezTo>
                <a:cubicBezTo>
                  <a:pt x="30810" y="53643"/>
                  <a:pt x="33616" y="62611"/>
                  <a:pt x="38458" y="70148"/>
                </a:cubicBezTo>
                <a:cubicBezTo>
                  <a:pt x="40438" y="73229"/>
                  <a:pt x="44510" y="74109"/>
                  <a:pt x="47591" y="72129"/>
                </a:cubicBezTo>
                <a:cubicBezTo>
                  <a:pt x="50672" y="70148"/>
                  <a:pt x="51552" y="66077"/>
                  <a:pt x="49571" y="62996"/>
                </a:cubicBezTo>
                <a:cubicBezTo>
                  <a:pt x="46050" y="57521"/>
                  <a:pt x="44014" y="51002"/>
                  <a:pt x="44014" y="44014"/>
                </a:cubicBezTo>
                <a:cubicBezTo>
                  <a:pt x="44014" y="37027"/>
                  <a:pt x="46050" y="30508"/>
                  <a:pt x="49571" y="25033"/>
                </a:cubicBezTo>
                <a:close/>
                <a:moveTo>
                  <a:pt x="119994" y="17881"/>
                </a:moveTo>
                <a:cubicBezTo>
                  <a:pt x="118014" y="14800"/>
                  <a:pt x="113942" y="13920"/>
                  <a:pt x="110861" y="15900"/>
                </a:cubicBezTo>
                <a:cubicBezTo>
                  <a:pt x="107780" y="17881"/>
                  <a:pt x="106900" y="21952"/>
                  <a:pt x="108881" y="25033"/>
                </a:cubicBezTo>
                <a:cubicBezTo>
                  <a:pt x="112402" y="30508"/>
                  <a:pt x="114438" y="37027"/>
                  <a:pt x="114438" y="44014"/>
                </a:cubicBezTo>
                <a:cubicBezTo>
                  <a:pt x="114438" y="51002"/>
                  <a:pt x="112402" y="57521"/>
                  <a:pt x="108881" y="62996"/>
                </a:cubicBezTo>
                <a:cubicBezTo>
                  <a:pt x="106900" y="66077"/>
                  <a:pt x="107808" y="70148"/>
                  <a:pt x="110861" y="72129"/>
                </a:cubicBezTo>
                <a:cubicBezTo>
                  <a:pt x="113915" y="74109"/>
                  <a:pt x="118014" y="73202"/>
                  <a:pt x="119994" y="70148"/>
                </a:cubicBezTo>
                <a:cubicBezTo>
                  <a:pt x="124836" y="62611"/>
                  <a:pt x="127642" y="53643"/>
                  <a:pt x="127642" y="44014"/>
                </a:cubicBezTo>
                <a:cubicBezTo>
                  <a:pt x="127642" y="34386"/>
                  <a:pt x="124836" y="25418"/>
                  <a:pt x="119994" y="17881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1369" y="3527027"/>
            <a:ext cx="1205996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Overrides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4888" y="3773508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Tier 1 emergency alerts and Tier 2 scheduled content to any/all displays.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1648" y="4125623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1648" y="4125623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3691" y="426646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61620" y="68222"/>
                </a:moveTo>
                <a:cubicBezTo>
                  <a:pt x="79839" y="68222"/>
                  <a:pt x="94631" y="53431"/>
                  <a:pt x="94631" y="35212"/>
                </a:cubicBezTo>
                <a:cubicBezTo>
                  <a:pt x="94631" y="16992"/>
                  <a:pt x="79839" y="2201"/>
                  <a:pt x="61620" y="2201"/>
                </a:cubicBezTo>
                <a:cubicBezTo>
                  <a:pt x="43401" y="2201"/>
                  <a:pt x="28609" y="16992"/>
                  <a:pt x="28609" y="35212"/>
                </a:cubicBezTo>
                <a:cubicBezTo>
                  <a:pt x="28609" y="53431"/>
                  <a:pt x="43401" y="68222"/>
                  <a:pt x="61620" y="68222"/>
                </a:cubicBezTo>
                <a:close/>
                <a:moveTo>
                  <a:pt x="53450" y="83627"/>
                </a:moveTo>
                <a:cubicBezTo>
                  <a:pt x="26354" y="83627"/>
                  <a:pt x="4401" y="105580"/>
                  <a:pt x="4401" y="132676"/>
                </a:cubicBezTo>
                <a:cubicBezTo>
                  <a:pt x="4401" y="137188"/>
                  <a:pt x="8060" y="140846"/>
                  <a:pt x="12572" y="140846"/>
                </a:cubicBezTo>
                <a:lnTo>
                  <a:pt x="81757" y="140846"/>
                </a:lnTo>
                <a:cubicBezTo>
                  <a:pt x="71799" y="129127"/>
                  <a:pt x="66022" y="114025"/>
                  <a:pt x="66022" y="98042"/>
                </a:cubicBezTo>
                <a:lnTo>
                  <a:pt x="66022" y="89487"/>
                </a:lnTo>
                <a:cubicBezTo>
                  <a:pt x="66022" y="87479"/>
                  <a:pt x="66297" y="85498"/>
                  <a:pt x="66819" y="83627"/>
                </a:cubicBezTo>
                <a:lnTo>
                  <a:pt x="53450" y="83627"/>
                </a:lnTo>
                <a:close/>
                <a:moveTo>
                  <a:pt x="122498" y="134382"/>
                </a:moveTo>
                <a:lnTo>
                  <a:pt x="118839" y="136115"/>
                </a:lnTo>
                <a:lnTo>
                  <a:pt x="118839" y="84370"/>
                </a:lnTo>
                <a:lnTo>
                  <a:pt x="145248" y="93173"/>
                </a:lnTo>
                <a:lnTo>
                  <a:pt x="145248" y="98565"/>
                </a:lnTo>
                <a:cubicBezTo>
                  <a:pt x="145248" y="113915"/>
                  <a:pt x="136390" y="127862"/>
                  <a:pt x="122498" y="134409"/>
                </a:cubicBezTo>
                <a:close/>
                <a:moveTo>
                  <a:pt x="116061" y="71386"/>
                </a:moveTo>
                <a:lnTo>
                  <a:pt x="85250" y="81647"/>
                </a:lnTo>
                <a:cubicBezTo>
                  <a:pt x="81647" y="82857"/>
                  <a:pt x="79226" y="86213"/>
                  <a:pt x="79226" y="90010"/>
                </a:cubicBezTo>
                <a:lnTo>
                  <a:pt x="79226" y="98565"/>
                </a:lnTo>
                <a:cubicBezTo>
                  <a:pt x="79226" y="119032"/>
                  <a:pt x="91055" y="137655"/>
                  <a:pt x="109541" y="146348"/>
                </a:cubicBezTo>
                <a:lnTo>
                  <a:pt x="114630" y="148741"/>
                </a:lnTo>
                <a:cubicBezTo>
                  <a:pt x="115951" y="149346"/>
                  <a:pt x="117381" y="149677"/>
                  <a:pt x="118811" y="149677"/>
                </a:cubicBezTo>
                <a:cubicBezTo>
                  <a:pt x="120242" y="149677"/>
                  <a:pt x="121700" y="149346"/>
                  <a:pt x="122993" y="148741"/>
                </a:cubicBezTo>
                <a:lnTo>
                  <a:pt x="128082" y="146348"/>
                </a:lnTo>
                <a:cubicBezTo>
                  <a:pt x="146623" y="137628"/>
                  <a:pt x="158452" y="119004"/>
                  <a:pt x="158452" y="98537"/>
                </a:cubicBezTo>
                <a:lnTo>
                  <a:pt x="158452" y="89982"/>
                </a:lnTo>
                <a:cubicBezTo>
                  <a:pt x="158452" y="86186"/>
                  <a:pt x="156031" y="82830"/>
                  <a:pt x="152428" y="81619"/>
                </a:cubicBezTo>
                <a:lnTo>
                  <a:pt x="121617" y="71358"/>
                </a:lnTo>
                <a:cubicBezTo>
                  <a:pt x="119802" y="70753"/>
                  <a:pt x="117849" y="70753"/>
                  <a:pt x="116061" y="71358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1369" y="4231258"/>
            <a:ext cx="128522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4888" y="4477739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Create/manage Subcenter Admin accounts, assign permissions, revoke access.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1648" y="4829854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1648" y="4829854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2494" y="497070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29682"/>
                </a:moveTo>
                <a:lnTo>
                  <a:pt x="66297" y="23960"/>
                </a:lnTo>
                <a:cubicBezTo>
                  <a:pt x="59419" y="14442"/>
                  <a:pt x="48388" y="8803"/>
                  <a:pt x="36615" y="8803"/>
                </a:cubicBezTo>
                <a:cubicBezTo>
                  <a:pt x="16395" y="8803"/>
                  <a:pt x="0" y="25198"/>
                  <a:pt x="0" y="45417"/>
                </a:cubicBezTo>
                <a:lnTo>
                  <a:pt x="0" y="46133"/>
                </a:lnTo>
                <a:cubicBezTo>
                  <a:pt x="0" y="52625"/>
                  <a:pt x="1706" y="59337"/>
                  <a:pt x="4566" y="66022"/>
                </a:cubicBezTo>
                <a:lnTo>
                  <a:pt x="33726" y="66022"/>
                </a:lnTo>
                <a:cubicBezTo>
                  <a:pt x="34606" y="66022"/>
                  <a:pt x="35404" y="65499"/>
                  <a:pt x="35762" y="64674"/>
                </a:cubicBezTo>
                <a:lnTo>
                  <a:pt x="44510" y="43684"/>
                </a:lnTo>
                <a:cubicBezTo>
                  <a:pt x="45527" y="41264"/>
                  <a:pt x="47893" y="39668"/>
                  <a:pt x="50507" y="39613"/>
                </a:cubicBezTo>
                <a:cubicBezTo>
                  <a:pt x="53120" y="39558"/>
                  <a:pt x="55541" y="41098"/>
                  <a:pt x="56614" y="43492"/>
                </a:cubicBezTo>
                <a:lnTo>
                  <a:pt x="70726" y="74825"/>
                </a:lnTo>
                <a:lnTo>
                  <a:pt x="82114" y="52047"/>
                </a:lnTo>
                <a:cubicBezTo>
                  <a:pt x="83242" y="49819"/>
                  <a:pt x="85526" y="48388"/>
                  <a:pt x="88029" y="48388"/>
                </a:cubicBezTo>
                <a:cubicBezTo>
                  <a:pt x="90532" y="48388"/>
                  <a:pt x="92815" y="49791"/>
                  <a:pt x="93943" y="52047"/>
                </a:cubicBezTo>
                <a:lnTo>
                  <a:pt x="100325" y="64784"/>
                </a:lnTo>
                <a:cubicBezTo>
                  <a:pt x="100711" y="65526"/>
                  <a:pt x="101453" y="65994"/>
                  <a:pt x="102306" y="65994"/>
                </a:cubicBezTo>
                <a:lnTo>
                  <a:pt x="136307" y="65994"/>
                </a:lnTo>
                <a:cubicBezTo>
                  <a:pt x="139196" y="59309"/>
                  <a:pt x="140874" y="52597"/>
                  <a:pt x="140874" y="46105"/>
                </a:cubicBezTo>
                <a:lnTo>
                  <a:pt x="140874" y="45390"/>
                </a:lnTo>
                <a:cubicBezTo>
                  <a:pt x="140846" y="25198"/>
                  <a:pt x="124451" y="8803"/>
                  <a:pt x="104232" y="8803"/>
                </a:cubicBezTo>
                <a:cubicBezTo>
                  <a:pt x="92485" y="8803"/>
                  <a:pt x="81427" y="14442"/>
                  <a:pt x="74549" y="23960"/>
                </a:cubicBezTo>
                <a:lnTo>
                  <a:pt x="70423" y="29655"/>
                </a:lnTo>
                <a:close/>
                <a:moveTo>
                  <a:pt x="129182" y="79226"/>
                </a:moveTo>
                <a:lnTo>
                  <a:pt x="102279" y="79226"/>
                </a:lnTo>
                <a:cubicBezTo>
                  <a:pt x="96447" y="79226"/>
                  <a:pt x="91110" y="75925"/>
                  <a:pt x="88497" y="70698"/>
                </a:cubicBezTo>
                <a:lnTo>
                  <a:pt x="88029" y="69763"/>
                </a:lnTo>
                <a:lnTo>
                  <a:pt x="76338" y="93173"/>
                </a:lnTo>
                <a:cubicBezTo>
                  <a:pt x="75210" y="95456"/>
                  <a:pt x="72844" y="96887"/>
                  <a:pt x="70286" y="96832"/>
                </a:cubicBezTo>
                <a:cubicBezTo>
                  <a:pt x="67727" y="96777"/>
                  <a:pt x="65444" y="95264"/>
                  <a:pt x="64399" y="92953"/>
                </a:cubicBezTo>
                <a:lnTo>
                  <a:pt x="50837" y="62831"/>
                </a:lnTo>
                <a:lnTo>
                  <a:pt x="47948" y="69763"/>
                </a:lnTo>
                <a:cubicBezTo>
                  <a:pt x="45555" y="75512"/>
                  <a:pt x="39943" y="79254"/>
                  <a:pt x="33726" y="79254"/>
                </a:cubicBezTo>
                <a:lnTo>
                  <a:pt x="11664" y="79254"/>
                </a:lnTo>
                <a:cubicBezTo>
                  <a:pt x="24648" y="99555"/>
                  <a:pt x="45500" y="118234"/>
                  <a:pt x="58539" y="128192"/>
                </a:cubicBezTo>
                <a:cubicBezTo>
                  <a:pt x="61950" y="130778"/>
                  <a:pt x="66132" y="132071"/>
                  <a:pt x="70396" y="132071"/>
                </a:cubicBezTo>
                <a:cubicBezTo>
                  <a:pt x="74659" y="132071"/>
                  <a:pt x="78868" y="130805"/>
                  <a:pt x="82252" y="128192"/>
                </a:cubicBezTo>
                <a:cubicBezTo>
                  <a:pt x="95346" y="118206"/>
                  <a:pt x="116198" y="99528"/>
                  <a:pt x="129182" y="7922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1369" y="4935489"/>
            <a:ext cx="1056347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Health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888" y="5181970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 of TV online/offline status, performance metrics.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4019" y="1129704"/>
            <a:ext cx="5630914" cy="4512947"/>
          </a:xfrm>
          <a:custGeom>
            <a:avLst/>
            <a:gdLst/>
            <a:ahLst/>
            <a:cxnLst/>
            <a:rect l="l" t="t" r="r" b="b"/>
            <a:pathLst>
              <a:path w="5630914" h="4512947">
                <a:moveTo>
                  <a:pt x="70402" y="0"/>
                </a:moveTo>
                <a:lnTo>
                  <a:pt x="5560512" y="0"/>
                </a:lnTo>
                <a:cubicBezTo>
                  <a:pt x="5599368" y="0"/>
                  <a:pt x="5630914" y="31546"/>
                  <a:pt x="5630914" y="70402"/>
                </a:cubicBezTo>
                <a:lnTo>
                  <a:pt x="5630914" y="4442545"/>
                </a:lnTo>
                <a:cubicBezTo>
                  <a:pt x="5630914" y="4481401"/>
                  <a:pt x="5599368" y="4512947"/>
                  <a:pt x="5560512" y="4512947"/>
                </a:cubicBezTo>
                <a:lnTo>
                  <a:pt x="70402" y="4512947"/>
                </a:lnTo>
                <a:cubicBezTo>
                  <a:pt x="31546" y="4512947"/>
                  <a:pt x="0" y="4481401"/>
                  <a:pt x="0" y="4442545"/>
                </a:cubicBezTo>
                <a:lnTo>
                  <a:pt x="0" y="70402"/>
                </a:lnTo>
                <a:cubicBezTo>
                  <a:pt x="0" y="31546"/>
                  <a:pt x="31546" y="0"/>
                  <a:pt x="70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83011" y="1308699"/>
            <a:ext cx="563385" cy="563385"/>
          </a:xfrm>
          <a:custGeom>
            <a:avLst/>
            <a:gdLst/>
            <a:ahLst/>
            <a:cxnLst/>
            <a:rect l="l" t="t" r="r" b="b"/>
            <a:pathLst>
              <a:path w="563385" h="563385">
                <a:moveTo>
                  <a:pt x="281692" y="0"/>
                </a:moveTo>
                <a:lnTo>
                  <a:pt x="281692" y="0"/>
                </a:lnTo>
                <a:cubicBezTo>
                  <a:pt x="437163" y="0"/>
                  <a:pt x="563385" y="126222"/>
                  <a:pt x="563385" y="281692"/>
                </a:cubicBezTo>
                <a:lnTo>
                  <a:pt x="563385" y="281692"/>
                </a:lnTo>
                <a:cubicBezTo>
                  <a:pt x="563385" y="437163"/>
                  <a:pt x="437163" y="563385"/>
                  <a:pt x="281692" y="563385"/>
                </a:cubicBezTo>
                <a:lnTo>
                  <a:pt x="281692" y="563385"/>
                </a:lnTo>
                <a:cubicBezTo>
                  <a:pt x="126222" y="563385"/>
                  <a:pt x="0" y="437163"/>
                  <a:pt x="0" y="281692"/>
                </a:cubicBezTo>
                <a:lnTo>
                  <a:pt x="0" y="281692"/>
                </a:lnTo>
                <a:cubicBezTo>
                  <a:pt x="0" y="126222"/>
                  <a:pt x="126222" y="0"/>
                  <a:pt x="28169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51366" y="1458348"/>
            <a:ext cx="231076" cy="264087"/>
          </a:xfrm>
          <a:custGeom>
            <a:avLst/>
            <a:gdLst/>
            <a:ahLst/>
            <a:cxnLst/>
            <a:rect l="l" t="t" r="r" b="b"/>
            <a:pathLst>
              <a:path w="231076" h="264087">
                <a:moveTo>
                  <a:pt x="115538" y="127917"/>
                </a:moveTo>
                <a:cubicBezTo>
                  <a:pt x="149699" y="127917"/>
                  <a:pt x="177433" y="100183"/>
                  <a:pt x="177433" y="66022"/>
                </a:cubicBezTo>
                <a:cubicBezTo>
                  <a:pt x="177433" y="31861"/>
                  <a:pt x="149699" y="4126"/>
                  <a:pt x="115538" y="4126"/>
                </a:cubicBezTo>
                <a:cubicBezTo>
                  <a:pt x="81377" y="4126"/>
                  <a:pt x="53643" y="31861"/>
                  <a:pt x="53643" y="66022"/>
                </a:cubicBezTo>
                <a:cubicBezTo>
                  <a:pt x="53643" y="100183"/>
                  <a:pt x="81377" y="127917"/>
                  <a:pt x="115538" y="127917"/>
                </a:cubicBezTo>
                <a:close/>
                <a:moveTo>
                  <a:pt x="100219" y="156801"/>
                </a:moveTo>
                <a:cubicBezTo>
                  <a:pt x="49413" y="156801"/>
                  <a:pt x="8253" y="197962"/>
                  <a:pt x="8253" y="248768"/>
                </a:cubicBezTo>
                <a:cubicBezTo>
                  <a:pt x="8253" y="257227"/>
                  <a:pt x="15113" y="264087"/>
                  <a:pt x="23572" y="264087"/>
                </a:cubicBezTo>
                <a:lnTo>
                  <a:pt x="207504" y="264087"/>
                </a:lnTo>
                <a:cubicBezTo>
                  <a:pt x="215963" y="264087"/>
                  <a:pt x="222823" y="257227"/>
                  <a:pt x="222823" y="248768"/>
                </a:cubicBezTo>
                <a:cubicBezTo>
                  <a:pt x="222823" y="197962"/>
                  <a:pt x="181663" y="156801"/>
                  <a:pt x="130857" y="156801"/>
                </a:cubicBezTo>
                <a:lnTo>
                  <a:pt x="100219" y="156801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87242" y="1343910"/>
            <a:ext cx="1857409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4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Subcenter Admin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7242" y="1625603"/>
            <a:ext cx="182219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Restricted Local Role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617" y="2012930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617" y="2012930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32660" y="2153776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1279" y="-6850"/>
                </a:moveTo>
                <a:cubicBezTo>
                  <a:pt x="8693" y="-9436"/>
                  <a:pt x="4511" y="-9436"/>
                  <a:pt x="1953" y="-6850"/>
                </a:cubicBezTo>
                <a:cubicBezTo>
                  <a:pt x="-605" y="-4264"/>
                  <a:pt x="-633" y="-83"/>
                  <a:pt x="1926" y="2503"/>
                </a:cubicBezTo>
                <a:lnTo>
                  <a:pt x="147173" y="147751"/>
                </a:lnTo>
                <a:cubicBezTo>
                  <a:pt x="149759" y="150337"/>
                  <a:pt x="153941" y="150337"/>
                  <a:pt x="156499" y="147751"/>
                </a:cubicBezTo>
                <a:cubicBezTo>
                  <a:pt x="159057" y="145165"/>
                  <a:pt x="159085" y="140984"/>
                  <a:pt x="156499" y="138425"/>
                </a:cubicBezTo>
                <a:lnTo>
                  <a:pt x="129980" y="111907"/>
                </a:lnTo>
                <a:cubicBezTo>
                  <a:pt x="130723" y="111246"/>
                  <a:pt x="131466" y="110586"/>
                  <a:pt x="132181" y="109926"/>
                </a:cubicBezTo>
                <a:cubicBezTo>
                  <a:pt x="145055" y="97960"/>
                  <a:pt x="153665" y="83682"/>
                  <a:pt x="157764" y="73862"/>
                </a:cubicBezTo>
                <a:cubicBezTo>
                  <a:pt x="158672" y="71689"/>
                  <a:pt x="158672" y="69268"/>
                  <a:pt x="157764" y="67095"/>
                </a:cubicBezTo>
                <a:cubicBezTo>
                  <a:pt x="153665" y="57274"/>
                  <a:pt x="145055" y="42969"/>
                  <a:pt x="132181" y="31030"/>
                </a:cubicBezTo>
                <a:cubicBezTo>
                  <a:pt x="119224" y="19009"/>
                  <a:pt x="101426" y="8858"/>
                  <a:pt x="79198" y="8858"/>
                </a:cubicBezTo>
                <a:cubicBezTo>
                  <a:pt x="63573" y="8858"/>
                  <a:pt x="50149" y="13865"/>
                  <a:pt x="39035" y="21017"/>
                </a:cubicBezTo>
                <a:lnTo>
                  <a:pt x="11279" y="-6850"/>
                </a:lnTo>
                <a:close/>
                <a:moveTo>
                  <a:pt x="56256" y="38155"/>
                </a:moveTo>
                <a:cubicBezTo>
                  <a:pt x="62721" y="33534"/>
                  <a:pt x="70671" y="30810"/>
                  <a:pt x="79226" y="30810"/>
                </a:cubicBezTo>
                <a:cubicBezTo>
                  <a:pt x="101096" y="30810"/>
                  <a:pt x="118839" y="48553"/>
                  <a:pt x="118839" y="70423"/>
                </a:cubicBezTo>
                <a:cubicBezTo>
                  <a:pt x="118839" y="78978"/>
                  <a:pt x="116116" y="86901"/>
                  <a:pt x="111494" y="93393"/>
                </a:cubicBezTo>
                <a:lnTo>
                  <a:pt x="101948" y="83848"/>
                </a:lnTo>
                <a:cubicBezTo>
                  <a:pt x="105442" y="77961"/>
                  <a:pt x="106625" y="70726"/>
                  <a:pt x="104727" y="63573"/>
                </a:cubicBezTo>
                <a:cubicBezTo>
                  <a:pt x="100958" y="49489"/>
                  <a:pt x="86461" y="41126"/>
                  <a:pt x="72376" y="44895"/>
                </a:cubicBezTo>
                <a:cubicBezTo>
                  <a:pt x="70010" y="45527"/>
                  <a:pt x="67782" y="46463"/>
                  <a:pt x="65774" y="47646"/>
                </a:cubicBezTo>
                <a:lnTo>
                  <a:pt x="56228" y="38100"/>
                </a:lnTo>
                <a:close/>
                <a:moveTo>
                  <a:pt x="89487" y="108688"/>
                </a:moveTo>
                <a:cubicBezTo>
                  <a:pt x="86213" y="109568"/>
                  <a:pt x="82775" y="110036"/>
                  <a:pt x="79226" y="110036"/>
                </a:cubicBezTo>
                <a:cubicBezTo>
                  <a:pt x="57356" y="110036"/>
                  <a:pt x="39613" y="92293"/>
                  <a:pt x="39613" y="70423"/>
                </a:cubicBezTo>
                <a:cubicBezTo>
                  <a:pt x="39613" y="66874"/>
                  <a:pt x="40081" y="63436"/>
                  <a:pt x="40961" y="60162"/>
                </a:cubicBezTo>
                <a:lnTo>
                  <a:pt x="19091" y="38293"/>
                </a:lnTo>
                <a:cubicBezTo>
                  <a:pt x="10123" y="48416"/>
                  <a:pt x="3961" y="59144"/>
                  <a:pt x="688" y="67039"/>
                </a:cubicBezTo>
                <a:cubicBezTo>
                  <a:pt x="-220" y="69213"/>
                  <a:pt x="-220" y="71634"/>
                  <a:pt x="688" y="73807"/>
                </a:cubicBezTo>
                <a:cubicBezTo>
                  <a:pt x="4787" y="83627"/>
                  <a:pt x="13397" y="97932"/>
                  <a:pt x="26271" y="109871"/>
                </a:cubicBezTo>
                <a:cubicBezTo>
                  <a:pt x="39228" y="121892"/>
                  <a:pt x="57026" y="132043"/>
                  <a:pt x="79254" y="132043"/>
                </a:cubicBezTo>
                <a:cubicBezTo>
                  <a:pt x="89514" y="132043"/>
                  <a:pt x="98840" y="129870"/>
                  <a:pt x="107175" y="126376"/>
                </a:cubicBezTo>
                <a:lnTo>
                  <a:pt x="89514" y="108716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70338" y="2118565"/>
            <a:ext cx="1188390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Visibility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23857" y="2365045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View-only access to assigned Android TV(s) at their specific facility.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617" y="2717161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00617" y="2717161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50266" y="2858007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70423" y="30067"/>
                </a:moveTo>
                <a:lnTo>
                  <a:pt x="70423" y="88029"/>
                </a:lnTo>
                <a:cubicBezTo>
                  <a:pt x="70423" y="92898"/>
                  <a:pt x="66489" y="96832"/>
                  <a:pt x="61620" y="96832"/>
                </a:cubicBezTo>
                <a:cubicBezTo>
                  <a:pt x="56751" y="96832"/>
                  <a:pt x="52817" y="92898"/>
                  <a:pt x="52817" y="88029"/>
                </a:cubicBezTo>
                <a:lnTo>
                  <a:pt x="52817" y="30067"/>
                </a:lnTo>
                <a:lnTo>
                  <a:pt x="41429" y="41456"/>
                </a:lnTo>
                <a:cubicBezTo>
                  <a:pt x="37990" y="44895"/>
                  <a:pt x="32406" y="44895"/>
                  <a:pt x="28967" y="41456"/>
                </a:cubicBezTo>
                <a:cubicBezTo>
                  <a:pt x="25528" y="38017"/>
                  <a:pt x="25528" y="32433"/>
                  <a:pt x="28967" y="28995"/>
                </a:cubicBezTo>
                <a:lnTo>
                  <a:pt x="55376" y="2586"/>
                </a:lnTo>
                <a:cubicBezTo>
                  <a:pt x="58814" y="-853"/>
                  <a:pt x="64399" y="-853"/>
                  <a:pt x="67837" y="2586"/>
                </a:cubicBezTo>
                <a:lnTo>
                  <a:pt x="94246" y="28995"/>
                </a:lnTo>
                <a:cubicBezTo>
                  <a:pt x="97685" y="32433"/>
                  <a:pt x="97685" y="38017"/>
                  <a:pt x="94246" y="41456"/>
                </a:cubicBezTo>
                <a:cubicBezTo>
                  <a:pt x="90807" y="44895"/>
                  <a:pt x="85223" y="44895"/>
                  <a:pt x="81784" y="41456"/>
                </a:cubicBezTo>
                <a:lnTo>
                  <a:pt x="70423" y="30067"/>
                </a:lnTo>
                <a:close/>
                <a:moveTo>
                  <a:pt x="61620" y="110036"/>
                </a:moveTo>
                <a:cubicBezTo>
                  <a:pt x="73779" y="110036"/>
                  <a:pt x="83627" y="100188"/>
                  <a:pt x="83627" y="88029"/>
                </a:cubicBezTo>
                <a:lnTo>
                  <a:pt x="105635" y="88029"/>
                </a:lnTo>
                <a:cubicBezTo>
                  <a:pt x="115345" y="88029"/>
                  <a:pt x="123240" y="95924"/>
                  <a:pt x="123240" y="105635"/>
                </a:cubicBezTo>
                <a:lnTo>
                  <a:pt x="123240" y="114438"/>
                </a:lnTo>
                <a:cubicBezTo>
                  <a:pt x="123240" y="124148"/>
                  <a:pt x="115345" y="132043"/>
                  <a:pt x="105635" y="132043"/>
                </a:cubicBezTo>
                <a:lnTo>
                  <a:pt x="17606" y="132043"/>
                </a:lnTo>
                <a:cubicBezTo>
                  <a:pt x="7895" y="132043"/>
                  <a:pt x="0" y="124148"/>
                  <a:pt x="0" y="114438"/>
                </a:cubicBezTo>
                <a:lnTo>
                  <a:pt x="0" y="105635"/>
                </a:lnTo>
                <a:cubicBezTo>
                  <a:pt x="0" y="95924"/>
                  <a:pt x="7895" y="88029"/>
                  <a:pt x="17606" y="88029"/>
                </a:cubicBezTo>
                <a:lnTo>
                  <a:pt x="39613" y="88029"/>
                </a:lnTo>
                <a:cubicBezTo>
                  <a:pt x="39613" y="100188"/>
                  <a:pt x="49461" y="110036"/>
                  <a:pt x="61620" y="110036"/>
                </a:cubicBezTo>
                <a:close/>
                <a:moveTo>
                  <a:pt x="101233" y="116638"/>
                </a:moveTo>
                <a:cubicBezTo>
                  <a:pt x="104877" y="116638"/>
                  <a:pt x="107835" y="113680"/>
                  <a:pt x="107835" y="110036"/>
                </a:cubicBezTo>
                <a:cubicBezTo>
                  <a:pt x="107835" y="106392"/>
                  <a:pt x="104877" y="103434"/>
                  <a:pt x="101233" y="103434"/>
                </a:cubicBezTo>
                <a:cubicBezTo>
                  <a:pt x="97589" y="103434"/>
                  <a:pt x="94631" y="106392"/>
                  <a:pt x="94631" y="110036"/>
                </a:cubicBezTo>
                <a:cubicBezTo>
                  <a:pt x="94631" y="113680"/>
                  <a:pt x="97589" y="116638"/>
                  <a:pt x="101233" y="11663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70338" y="2822796"/>
            <a:ext cx="1117967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Upload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3857" y="3069277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images, videos, and text for Tier 3 local content only.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617" y="3421392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400617" y="3421392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50266" y="3562238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35212" y="0"/>
                </a:moveTo>
                <a:cubicBezTo>
                  <a:pt x="30342" y="0"/>
                  <a:pt x="26409" y="3934"/>
                  <a:pt x="26409" y="8803"/>
                </a:cubicBezTo>
                <a:lnTo>
                  <a:pt x="26409" y="17606"/>
                </a:lnTo>
                <a:lnTo>
                  <a:pt x="17606" y="17606"/>
                </a:lnTo>
                <a:cubicBezTo>
                  <a:pt x="7895" y="17606"/>
                  <a:pt x="0" y="25501"/>
                  <a:pt x="0" y="35212"/>
                </a:cubicBezTo>
                <a:lnTo>
                  <a:pt x="0" y="48416"/>
                </a:lnTo>
                <a:lnTo>
                  <a:pt x="123240" y="48416"/>
                </a:lnTo>
                <a:lnTo>
                  <a:pt x="123240" y="35212"/>
                </a:lnTo>
                <a:cubicBezTo>
                  <a:pt x="123240" y="25501"/>
                  <a:pt x="115345" y="17606"/>
                  <a:pt x="105635" y="17606"/>
                </a:cubicBezTo>
                <a:lnTo>
                  <a:pt x="96832" y="17606"/>
                </a:lnTo>
                <a:lnTo>
                  <a:pt x="96832" y="8803"/>
                </a:lnTo>
                <a:cubicBezTo>
                  <a:pt x="96832" y="3934"/>
                  <a:pt x="92898" y="0"/>
                  <a:pt x="88029" y="0"/>
                </a:cubicBezTo>
                <a:cubicBezTo>
                  <a:pt x="83160" y="0"/>
                  <a:pt x="79226" y="3934"/>
                  <a:pt x="79226" y="8803"/>
                </a:cubicBezTo>
                <a:lnTo>
                  <a:pt x="79226" y="17606"/>
                </a:lnTo>
                <a:lnTo>
                  <a:pt x="44014" y="17606"/>
                </a:lnTo>
                <a:lnTo>
                  <a:pt x="44014" y="8803"/>
                </a:lnTo>
                <a:cubicBezTo>
                  <a:pt x="44014" y="3934"/>
                  <a:pt x="40081" y="0"/>
                  <a:pt x="35212" y="0"/>
                </a:cubicBezTo>
                <a:close/>
                <a:moveTo>
                  <a:pt x="0" y="61620"/>
                </a:moveTo>
                <a:lnTo>
                  <a:pt x="0" y="114438"/>
                </a:lnTo>
                <a:cubicBezTo>
                  <a:pt x="0" y="124148"/>
                  <a:pt x="7895" y="132043"/>
                  <a:pt x="17606" y="132043"/>
                </a:cubicBezTo>
                <a:lnTo>
                  <a:pt x="105635" y="132043"/>
                </a:lnTo>
                <a:cubicBezTo>
                  <a:pt x="115345" y="132043"/>
                  <a:pt x="123240" y="124148"/>
                  <a:pt x="123240" y="114438"/>
                </a:cubicBezTo>
                <a:lnTo>
                  <a:pt x="123240" y="61620"/>
                </a:lnTo>
                <a:lnTo>
                  <a:pt x="0" y="6162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70338" y="3527027"/>
            <a:ext cx="1232404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Scheduling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23857" y="3773508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 Tier 3 content for specific times/days on assigned displays.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00617" y="4125623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00617" y="4125623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541463" y="426646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01013" y="113475"/>
                </a:moveTo>
                <a:lnTo>
                  <a:pt x="27371" y="39833"/>
                </a:lnTo>
                <a:cubicBezTo>
                  <a:pt x="21209" y="48471"/>
                  <a:pt x="17606" y="59034"/>
                  <a:pt x="17606" y="70423"/>
                </a:cubicBezTo>
                <a:cubicBezTo>
                  <a:pt x="17606" y="99583"/>
                  <a:pt x="41264" y="123240"/>
                  <a:pt x="70423" y="123240"/>
                </a:cubicBezTo>
                <a:cubicBezTo>
                  <a:pt x="81839" y="123240"/>
                  <a:pt x="92403" y="119637"/>
                  <a:pt x="101013" y="113475"/>
                </a:cubicBezTo>
                <a:close/>
                <a:moveTo>
                  <a:pt x="113475" y="101013"/>
                </a:moveTo>
                <a:cubicBezTo>
                  <a:pt x="119637" y="92375"/>
                  <a:pt x="123240" y="81812"/>
                  <a:pt x="123240" y="70423"/>
                </a:cubicBezTo>
                <a:cubicBezTo>
                  <a:pt x="123240" y="41264"/>
                  <a:pt x="99583" y="17606"/>
                  <a:pt x="70423" y="17606"/>
                </a:cubicBezTo>
                <a:cubicBezTo>
                  <a:pt x="59007" y="17606"/>
                  <a:pt x="48443" y="21209"/>
                  <a:pt x="39833" y="27371"/>
                </a:cubicBezTo>
                <a:lnTo>
                  <a:pt x="113475" y="101013"/>
                </a:lnTo>
                <a:close/>
                <a:moveTo>
                  <a:pt x="0" y="70423"/>
                </a:moveTo>
                <a:cubicBezTo>
                  <a:pt x="0" y="31556"/>
                  <a:pt x="31556" y="0"/>
                  <a:pt x="70423" y="0"/>
                </a:cubicBezTo>
                <a:cubicBezTo>
                  <a:pt x="109291" y="0"/>
                  <a:pt x="140846" y="31556"/>
                  <a:pt x="140846" y="70423"/>
                </a:cubicBezTo>
                <a:cubicBezTo>
                  <a:pt x="140846" y="109291"/>
                  <a:pt x="109291" y="140846"/>
                  <a:pt x="70423" y="140846"/>
                </a:cubicBezTo>
                <a:cubicBezTo>
                  <a:pt x="31556" y="140846"/>
                  <a:pt x="0" y="109291"/>
                  <a:pt x="0" y="70423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70338" y="4231258"/>
            <a:ext cx="1593323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Override Capability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23857" y="4477739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push Tier 1 or Tier 2 content. Cannot access other subcenters.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00617" y="4829854"/>
            <a:ext cx="5255324" cy="633808"/>
          </a:xfrm>
          <a:custGeom>
            <a:avLst/>
            <a:gdLst/>
            <a:ahLst/>
            <a:cxnLst/>
            <a:rect l="l" t="t" r="r" b="b"/>
            <a:pathLst>
              <a:path w="5255324" h="633808">
                <a:moveTo>
                  <a:pt x="35212" y="0"/>
                </a:moveTo>
                <a:lnTo>
                  <a:pt x="5220110" y="0"/>
                </a:lnTo>
                <a:cubicBezTo>
                  <a:pt x="5239558" y="0"/>
                  <a:pt x="5255324" y="15766"/>
                  <a:pt x="5255324" y="35214"/>
                </a:cubicBezTo>
                <a:lnTo>
                  <a:pt x="5255324" y="598594"/>
                </a:lnTo>
                <a:cubicBezTo>
                  <a:pt x="5255324" y="618042"/>
                  <a:pt x="5239558" y="633808"/>
                  <a:pt x="5220110" y="633808"/>
                </a:cubicBez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00617" y="4829854"/>
            <a:ext cx="35212" cy="633808"/>
          </a:xfrm>
          <a:custGeom>
            <a:avLst/>
            <a:gdLst/>
            <a:ahLst/>
            <a:cxnLst/>
            <a:rect l="l" t="t" r="r" b="b"/>
            <a:pathLst>
              <a:path w="35212" h="633808">
                <a:moveTo>
                  <a:pt x="35212" y="0"/>
                </a:moveTo>
                <a:lnTo>
                  <a:pt x="35212" y="0"/>
                </a:lnTo>
                <a:lnTo>
                  <a:pt x="35212" y="633808"/>
                </a:lnTo>
                <a:lnTo>
                  <a:pt x="35212" y="633808"/>
                </a:lnTo>
                <a:cubicBezTo>
                  <a:pt x="15765" y="633808"/>
                  <a:pt x="0" y="618043"/>
                  <a:pt x="0" y="598596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523857" y="4970700"/>
            <a:ext cx="176058" cy="140846"/>
          </a:xfrm>
          <a:custGeom>
            <a:avLst/>
            <a:gdLst/>
            <a:ahLst/>
            <a:cxnLst/>
            <a:rect l="l" t="t" r="r" b="b"/>
            <a:pathLst>
              <a:path w="176058" h="140846">
                <a:moveTo>
                  <a:pt x="37522" y="35212"/>
                </a:moveTo>
                <a:cubicBezTo>
                  <a:pt x="37522" y="23418"/>
                  <a:pt x="43814" y="12520"/>
                  <a:pt x="54028" y="6623"/>
                </a:cubicBezTo>
                <a:cubicBezTo>
                  <a:pt x="64241" y="727"/>
                  <a:pt x="76825" y="727"/>
                  <a:pt x="87039" y="6623"/>
                </a:cubicBezTo>
                <a:cubicBezTo>
                  <a:pt x="97252" y="12520"/>
                  <a:pt x="103544" y="23418"/>
                  <a:pt x="103544" y="35212"/>
                </a:cubicBezTo>
                <a:cubicBezTo>
                  <a:pt x="103544" y="53431"/>
                  <a:pt x="88752" y="68222"/>
                  <a:pt x="70533" y="68222"/>
                </a:cubicBezTo>
                <a:cubicBezTo>
                  <a:pt x="52314" y="68222"/>
                  <a:pt x="37522" y="53431"/>
                  <a:pt x="37522" y="35212"/>
                </a:cubicBezTo>
                <a:close/>
                <a:moveTo>
                  <a:pt x="13314" y="132676"/>
                </a:moveTo>
                <a:cubicBezTo>
                  <a:pt x="13314" y="105580"/>
                  <a:pt x="35267" y="83627"/>
                  <a:pt x="62363" y="83627"/>
                </a:cubicBezTo>
                <a:lnTo>
                  <a:pt x="78703" y="83627"/>
                </a:lnTo>
                <a:cubicBezTo>
                  <a:pt x="105800" y="83627"/>
                  <a:pt x="127752" y="105580"/>
                  <a:pt x="127752" y="132676"/>
                </a:cubicBezTo>
                <a:cubicBezTo>
                  <a:pt x="127752" y="137188"/>
                  <a:pt x="124093" y="140846"/>
                  <a:pt x="119582" y="140846"/>
                </a:cubicBezTo>
                <a:lnTo>
                  <a:pt x="21485" y="140846"/>
                </a:lnTo>
                <a:cubicBezTo>
                  <a:pt x="16973" y="140846"/>
                  <a:pt x="13314" y="137188"/>
                  <a:pt x="13314" y="132676"/>
                </a:cubicBezTo>
                <a:close/>
                <a:moveTo>
                  <a:pt x="168438" y="34139"/>
                </a:moveTo>
                <a:cubicBezTo>
                  <a:pt x="171024" y="36725"/>
                  <a:pt x="171024" y="40906"/>
                  <a:pt x="168438" y="43464"/>
                </a:cubicBezTo>
                <a:lnTo>
                  <a:pt x="159112" y="52790"/>
                </a:lnTo>
                <a:lnTo>
                  <a:pt x="168438" y="62115"/>
                </a:lnTo>
                <a:cubicBezTo>
                  <a:pt x="171024" y="64701"/>
                  <a:pt x="171024" y="68883"/>
                  <a:pt x="168438" y="71441"/>
                </a:cubicBezTo>
                <a:cubicBezTo>
                  <a:pt x="165852" y="73999"/>
                  <a:pt x="161671" y="74027"/>
                  <a:pt x="159112" y="71441"/>
                </a:cubicBezTo>
                <a:lnTo>
                  <a:pt x="149787" y="62115"/>
                </a:lnTo>
                <a:lnTo>
                  <a:pt x="140461" y="71441"/>
                </a:lnTo>
                <a:cubicBezTo>
                  <a:pt x="137875" y="74027"/>
                  <a:pt x="133694" y="74027"/>
                  <a:pt x="131136" y="71441"/>
                </a:cubicBezTo>
                <a:cubicBezTo>
                  <a:pt x="128577" y="68855"/>
                  <a:pt x="128550" y="64674"/>
                  <a:pt x="131136" y="62115"/>
                </a:cubicBezTo>
                <a:lnTo>
                  <a:pt x="140461" y="52790"/>
                </a:lnTo>
                <a:lnTo>
                  <a:pt x="131136" y="43464"/>
                </a:lnTo>
                <a:cubicBezTo>
                  <a:pt x="128550" y="40878"/>
                  <a:pt x="128550" y="36697"/>
                  <a:pt x="131136" y="34139"/>
                </a:cubicBezTo>
                <a:cubicBezTo>
                  <a:pt x="133721" y="31580"/>
                  <a:pt x="137903" y="31553"/>
                  <a:pt x="140461" y="34139"/>
                </a:cubicBezTo>
                <a:lnTo>
                  <a:pt x="149787" y="43464"/>
                </a:lnTo>
                <a:lnTo>
                  <a:pt x="159112" y="34139"/>
                </a:lnTo>
                <a:cubicBezTo>
                  <a:pt x="161698" y="31553"/>
                  <a:pt x="165879" y="31553"/>
                  <a:pt x="168438" y="34139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770338" y="4935489"/>
            <a:ext cx="1514097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User Management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23857" y="5181970"/>
            <a:ext cx="508806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create or manage other user accounts. Cannot modify system settings.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55050" y="5792303"/>
            <a:ext cx="11484835" cy="710100"/>
          </a:xfrm>
          <a:custGeom>
            <a:avLst/>
            <a:gdLst/>
            <a:ahLst/>
            <a:cxnLst/>
            <a:rect l="l" t="t" r="r" b="b"/>
            <a:pathLst>
              <a:path w="11484835" h="710100">
                <a:moveTo>
                  <a:pt x="70421" y="0"/>
                </a:moveTo>
                <a:lnTo>
                  <a:pt x="11414414" y="0"/>
                </a:lnTo>
                <a:cubicBezTo>
                  <a:pt x="11453306" y="0"/>
                  <a:pt x="11484835" y="31528"/>
                  <a:pt x="11484835" y="70421"/>
                </a:cubicBezTo>
                <a:lnTo>
                  <a:pt x="11484835" y="639679"/>
                </a:lnTo>
                <a:cubicBezTo>
                  <a:pt x="11484835" y="678571"/>
                  <a:pt x="11453306" y="710100"/>
                  <a:pt x="11414414" y="710100"/>
                </a:cubicBezTo>
                <a:lnTo>
                  <a:pt x="70421" y="710100"/>
                </a:lnTo>
                <a:cubicBezTo>
                  <a:pt x="31554" y="710100"/>
                  <a:pt x="0" y="678545"/>
                  <a:pt x="0" y="639679"/>
                </a:cubicBezTo>
                <a:lnTo>
                  <a:pt x="0" y="70421"/>
                </a:lnTo>
                <a:cubicBezTo>
                  <a:pt x="0" y="31554"/>
                  <a:pt x="31554" y="0"/>
                  <a:pt x="70421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07633" y="6041721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105635" y="0"/>
                </a:moveTo>
                <a:cubicBezTo>
                  <a:pt x="107533" y="0"/>
                  <a:pt x="109431" y="413"/>
                  <a:pt x="111164" y="1197"/>
                </a:cubicBezTo>
                <a:lnTo>
                  <a:pt x="188904" y="34166"/>
                </a:lnTo>
                <a:cubicBezTo>
                  <a:pt x="197982" y="38004"/>
                  <a:pt x="204750" y="46958"/>
                  <a:pt x="204708" y="57769"/>
                </a:cubicBezTo>
                <a:cubicBezTo>
                  <a:pt x="204502" y="98702"/>
                  <a:pt x="187667" y="173596"/>
                  <a:pt x="116569" y="207638"/>
                </a:cubicBezTo>
                <a:cubicBezTo>
                  <a:pt x="109678" y="210939"/>
                  <a:pt x="101673" y="210939"/>
                  <a:pt x="94782" y="207638"/>
                </a:cubicBezTo>
                <a:cubicBezTo>
                  <a:pt x="23644" y="173596"/>
                  <a:pt x="6850" y="98702"/>
                  <a:pt x="6643" y="57769"/>
                </a:cubicBezTo>
                <a:cubicBezTo>
                  <a:pt x="6602" y="46958"/>
                  <a:pt x="13369" y="38004"/>
                  <a:pt x="22447" y="34166"/>
                </a:cubicBezTo>
                <a:lnTo>
                  <a:pt x="100147" y="1197"/>
                </a:lnTo>
                <a:cubicBezTo>
                  <a:pt x="101880" y="413"/>
                  <a:pt x="103737" y="0"/>
                  <a:pt x="105635" y="0"/>
                </a:cubicBezTo>
                <a:close/>
                <a:moveTo>
                  <a:pt x="105635" y="27564"/>
                </a:moveTo>
                <a:lnTo>
                  <a:pt x="105635" y="183581"/>
                </a:lnTo>
                <a:cubicBezTo>
                  <a:pt x="162578" y="156017"/>
                  <a:pt x="177887" y="94947"/>
                  <a:pt x="178258" y="58388"/>
                </a:cubicBezTo>
                <a:lnTo>
                  <a:pt x="105635" y="27605"/>
                </a:lnTo>
                <a:lnTo>
                  <a:pt x="105635" y="27605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71119" y="5936087"/>
            <a:ext cx="10889173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Principle:</a:t>
            </a:r>
            <a:r>
              <a:rPr lang="en-US" sz="110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RBAC ensures least-privilege access. Subcenter Admins can manage local messaging without risk of interfering with corporate communications or accessing unauthorized areas.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777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54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614293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Enterprise Security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118" y="1094920"/>
            <a:ext cx="3717038" cy="2258094"/>
          </a:xfrm>
          <a:custGeom>
            <a:avLst/>
            <a:gdLst/>
            <a:ahLst/>
            <a:cxnLst/>
            <a:rect l="l" t="t" r="r" b="b"/>
            <a:pathLst>
              <a:path w="3717038" h="2258094">
                <a:moveTo>
                  <a:pt x="68262" y="0"/>
                </a:moveTo>
                <a:lnTo>
                  <a:pt x="3648776" y="0"/>
                </a:lnTo>
                <a:cubicBezTo>
                  <a:pt x="3686476" y="0"/>
                  <a:pt x="3717038" y="30562"/>
                  <a:pt x="3717038" y="68262"/>
                </a:cubicBezTo>
                <a:lnTo>
                  <a:pt x="3717038" y="2189832"/>
                </a:lnTo>
                <a:cubicBezTo>
                  <a:pt x="3717038" y="2227532"/>
                  <a:pt x="3686476" y="2258094"/>
                  <a:pt x="3648776" y="2258094"/>
                </a:cubicBezTo>
                <a:lnTo>
                  <a:pt x="68262" y="2258094"/>
                </a:lnTo>
                <a:cubicBezTo>
                  <a:pt x="30562" y="2258094"/>
                  <a:pt x="0" y="2227532"/>
                  <a:pt x="0" y="2189832"/>
                </a:cubicBezTo>
                <a:lnTo>
                  <a:pt x="0" y="68262"/>
                </a:lnTo>
                <a:cubicBezTo>
                  <a:pt x="0" y="30562"/>
                  <a:pt x="30562" y="0"/>
                  <a:pt x="68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7598" y="1268403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6767" y="1413444"/>
            <a:ext cx="191966" cy="255955"/>
          </a:xfrm>
          <a:custGeom>
            <a:avLst/>
            <a:gdLst/>
            <a:ahLst/>
            <a:cxnLst/>
            <a:rect l="l" t="t" r="r" b="b"/>
            <a:pathLst>
              <a:path w="191966" h="255955">
                <a:moveTo>
                  <a:pt x="63989" y="47992"/>
                </a:moveTo>
                <a:lnTo>
                  <a:pt x="63989" y="79986"/>
                </a:lnTo>
                <a:lnTo>
                  <a:pt x="127978" y="79986"/>
                </a:lnTo>
                <a:lnTo>
                  <a:pt x="127978" y="47992"/>
                </a:lnTo>
                <a:cubicBezTo>
                  <a:pt x="127978" y="30345"/>
                  <a:pt x="113630" y="15997"/>
                  <a:pt x="95983" y="15997"/>
                </a:cubicBezTo>
                <a:cubicBezTo>
                  <a:pt x="78336" y="15997"/>
                  <a:pt x="63989" y="30345"/>
                  <a:pt x="63989" y="47992"/>
                </a:cubicBezTo>
                <a:close/>
                <a:moveTo>
                  <a:pt x="31994" y="79986"/>
                </a:moveTo>
                <a:lnTo>
                  <a:pt x="31994" y="47992"/>
                </a:lnTo>
                <a:cubicBezTo>
                  <a:pt x="31994" y="12648"/>
                  <a:pt x="60639" y="-15997"/>
                  <a:pt x="95983" y="-15997"/>
                </a:cubicBezTo>
                <a:cubicBezTo>
                  <a:pt x="131327" y="-15997"/>
                  <a:pt x="159972" y="12648"/>
                  <a:pt x="159972" y="47992"/>
                </a:cubicBezTo>
                <a:lnTo>
                  <a:pt x="159972" y="79986"/>
                </a:lnTo>
                <a:cubicBezTo>
                  <a:pt x="177619" y="79986"/>
                  <a:pt x="191966" y="94333"/>
                  <a:pt x="191966" y="111980"/>
                </a:cubicBezTo>
                <a:lnTo>
                  <a:pt x="191966" y="223961"/>
                </a:lnTo>
                <a:cubicBezTo>
                  <a:pt x="191966" y="241608"/>
                  <a:pt x="177619" y="255955"/>
                  <a:pt x="159972" y="255955"/>
                </a:cubicBezTo>
                <a:lnTo>
                  <a:pt x="31994" y="255955"/>
                </a:lnTo>
                <a:cubicBezTo>
                  <a:pt x="14347" y="255955"/>
                  <a:pt x="0" y="241608"/>
                  <a:pt x="0" y="223961"/>
                </a:cubicBezTo>
                <a:lnTo>
                  <a:pt x="0" y="111980"/>
                </a:lnTo>
                <a:cubicBezTo>
                  <a:pt x="0" y="94333"/>
                  <a:pt x="14347" y="79986"/>
                  <a:pt x="31994" y="79986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7598" y="1950950"/>
            <a:ext cx="345539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127" y="2326351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5160" y="2292224"/>
            <a:ext cx="206470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1.3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 1.2) for all data in transit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127" y="2565243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5160" y="2531115"/>
            <a:ext cx="170636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symmetric 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127" y="280413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5160" y="2770007"/>
            <a:ext cx="145041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hashing algorithms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127" y="3043026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5160" y="3008899"/>
            <a:ext cx="151866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TLS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device auth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8369" y="1094920"/>
            <a:ext cx="3717038" cy="2258094"/>
          </a:xfrm>
          <a:custGeom>
            <a:avLst/>
            <a:gdLst/>
            <a:ahLst/>
            <a:cxnLst/>
            <a:rect l="l" t="t" r="r" b="b"/>
            <a:pathLst>
              <a:path w="3717038" h="2258094">
                <a:moveTo>
                  <a:pt x="68262" y="0"/>
                </a:moveTo>
                <a:lnTo>
                  <a:pt x="3648776" y="0"/>
                </a:lnTo>
                <a:cubicBezTo>
                  <a:pt x="3686476" y="0"/>
                  <a:pt x="3717038" y="30562"/>
                  <a:pt x="3717038" y="68262"/>
                </a:cubicBezTo>
                <a:lnTo>
                  <a:pt x="3717038" y="2189832"/>
                </a:lnTo>
                <a:cubicBezTo>
                  <a:pt x="3717038" y="2227532"/>
                  <a:pt x="3686476" y="2258094"/>
                  <a:pt x="3648776" y="2258094"/>
                </a:cubicBezTo>
                <a:lnTo>
                  <a:pt x="68262" y="2258094"/>
                </a:lnTo>
                <a:cubicBezTo>
                  <a:pt x="30562" y="2258094"/>
                  <a:pt x="0" y="2227532"/>
                  <a:pt x="0" y="2189832"/>
                </a:cubicBezTo>
                <a:lnTo>
                  <a:pt x="0" y="68262"/>
                </a:lnTo>
                <a:cubicBezTo>
                  <a:pt x="0" y="30562"/>
                  <a:pt x="30562" y="0"/>
                  <a:pt x="68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11850" y="1268403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3027" y="1413444"/>
            <a:ext cx="287950" cy="255955"/>
          </a:xfrm>
          <a:custGeom>
            <a:avLst/>
            <a:gdLst/>
            <a:ahLst/>
            <a:cxnLst/>
            <a:rect l="l" t="t" r="r" b="b"/>
            <a:pathLst>
              <a:path w="287950" h="255955">
                <a:moveTo>
                  <a:pt x="123978" y="43992"/>
                </a:moveTo>
                <a:lnTo>
                  <a:pt x="163971" y="43992"/>
                </a:lnTo>
                <a:lnTo>
                  <a:pt x="163971" y="67988"/>
                </a:lnTo>
                <a:lnTo>
                  <a:pt x="123978" y="67988"/>
                </a:lnTo>
                <a:lnTo>
                  <a:pt x="123978" y="43992"/>
                </a:lnTo>
                <a:close/>
                <a:moveTo>
                  <a:pt x="119979" y="15997"/>
                </a:moveTo>
                <a:cubicBezTo>
                  <a:pt x="106731" y="15997"/>
                  <a:pt x="95983" y="26745"/>
                  <a:pt x="95983" y="39993"/>
                </a:cubicBezTo>
                <a:lnTo>
                  <a:pt x="95983" y="71987"/>
                </a:lnTo>
                <a:cubicBezTo>
                  <a:pt x="95983" y="85235"/>
                  <a:pt x="106731" y="95983"/>
                  <a:pt x="119979" y="95983"/>
                </a:cubicBezTo>
                <a:lnTo>
                  <a:pt x="127978" y="95983"/>
                </a:lnTo>
                <a:lnTo>
                  <a:pt x="127978" y="111980"/>
                </a:lnTo>
                <a:lnTo>
                  <a:pt x="15997" y="111980"/>
                </a:lnTo>
                <a:cubicBezTo>
                  <a:pt x="7149" y="111980"/>
                  <a:pt x="0" y="119129"/>
                  <a:pt x="0" y="127978"/>
                </a:cubicBezTo>
                <a:cubicBezTo>
                  <a:pt x="0" y="136826"/>
                  <a:pt x="7149" y="143975"/>
                  <a:pt x="15997" y="143975"/>
                </a:cubicBezTo>
                <a:lnTo>
                  <a:pt x="63989" y="143975"/>
                </a:lnTo>
                <a:lnTo>
                  <a:pt x="63989" y="159972"/>
                </a:lnTo>
                <a:lnTo>
                  <a:pt x="55990" y="159972"/>
                </a:lnTo>
                <a:cubicBezTo>
                  <a:pt x="42743" y="159972"/>
                  <a:pt x="31994" y="170720"/>
                  <a:pt x="31994" y="183968"/>
                </a:cubicBezTo>
                <a:lnTo>
                  <a:pt x="31994" y="215962"/>
                </a:lnTo>
                <a:cubicBezTo>
                  <a:pt x="31994" y="229210"/>
                  <a:pt x="42743" y="239958"/>
                  <a:pt x="55990" y="239958"/>
                </a:cubicBezTo>
                <a:lnTo>
                  <a:pt x="103982" y="239958"/>
                </a:lnTo>
                <a:cubicBezTo>
                  <a:pt x="117229" y="239958"/>
                  <a:pt x="127978" y="229210"/>
                  <a:pt x="127978" y="215962"/>
                </a:cubicBezTo>
                <a:lnTo>
                  <a:pt x="127978" y="183968"/>
                </a:lnTo>
                <a:cubicBezTo>
                  <a:pt x="127978" y="170720"/>
                  <a:pt x="117229" y="159972"/>
                  <a:pt x="103982" y="159972"/>
                </a:cubicBezTo>
                <a:lnTo>
                  <a:pt x="95983" y="159972"/>
                </a:lnTo>
                <a:lnTo>
                  <a:pt x="95983" y="143975"/>
                </a:lnTo>
                <a:lnTo>
                  <a:pt x="191966" y="143975"/>
                </a:lnTo>
                <a:lnTo>
                  <a:pt x="191966" y="159972"/>
                </a:lnTo>
                <a:lnTo>
                  <a:pt x="183968" y="159972"/>
                </a:lnTo>
                <a:cubicBezTo>
                  <a:pt x="170720" y="159972"/>
                  <a:pt x="159972" y="170720"/>
                  <a:pt x="159972" y="183968"/>
                </a:cubicBezTo>
                <a:lnTo>
                  <a:pt x="159972" y="215962"/>
                </a:lnTo>
                <a:cubicBezTo>
                  <a:pt x="159972" y="229210"/>
                  <a:pt x="170720" y="239958"/>
                  <a:pt x="183968" y="239958"/>
                </a:cubicBezTo>
                <a:lnTo>
                  <a:pt x="231959" y="239958"/>
                </a:lnTo>
                <a:cubicBezTo>
                  <a:pt x="245207" y="239958"/>
                  <a:pt x="255955" y="229210"/>
                  <a:pt x="255955" y="215962"/>
                </a:cubicBezTo>
                <a:lnTo>
                  <a:pt x="255955" y="183968"/>
                </a:lnTo>
                <a:cubicBezTo>
                  <a:pt x="255955" y="170720"/>
                  <a:pt x="245207" y="159972"/>
                  <a:pt x="231959" y="159972"/>
                </a:cubicBezTo>
                <a:lnTo>
                  <a:pt x="223961" y="159972"/>
                </a:lnTo>
                <a:lnTo>
                  <a:pt x="223961" y="143975"/>
                </a:lnTo>
                <a:lnTo>
                  <a:pt x="271952" y="143975"/>
                </a:lnTo>
                <a:cubicBezTo>
                  <a:pt x="280801" y="143975"/>
                  <a:pt x="287950" y="136826"/>
                  <a:pt x="287950" y="127978"/>
                </a:cubicBezTo>
                <a:cubicBezTo>
                  <a:pt x="287950" y="119129"/>
                  <a:pt x="280801" y="111980"/>
                  <a:pt x="271952" y="111980"/>
                </a:cubicBezTo>
                <a:lnTo>
                  <a:pt x="159972" y="111980"/>
                </a:lnTo>
                <a:lnTo>
                  <a:pt x="159972" y="95983"/>
                </a:lnTo>
                <a:lnTo>
                  <a:pt x="167971" y="95983"/>
                </a:lnTo>
                <a:cubicBezTo>
                  <a:pt x="181218" y="95983"/>
                  <a:pt x="191966" y="85235"/>
                  <a:pt x="191966" y="71987"/>
                </a:cubicBezTo>
                <a:lnTo>
                  <a:pt x="191966" y="39993"/>
                </a:lnTo>
                <a:cubicBezTo>
                  <a:pt x="191966" y="26745"/>
                  <a:pt x="181218" y="15997"/>
                  <a:pt x="167971" y="15997"/>
                </a:cubicBezTo>
                <a:lnTo>
                  <a:pt x="119979" y="15997"/>
                </a:lnTo>
                <a:close/>
                <a:moveTo>
                  <a:pt x="223961" y="187967"/>
                </a:moveTo>
                <a:lnTo>
                  <a:pt x="227960" y="187967"/>
                </a:lnTo>
                <a:lnTo>
                  <a:pt x="227960" y="211963"/>
                </a:lnTo>
                <a:lnTo>
                  <a:pt x="187967" y="211963"/>
                </a:lnTo>
                <a:lnTo>
                  <a:pt x="187967" y="187967"/>
                </a:lnTo>
                <a:lnTo>
                  <a:pt x="223961" y="187967"/>
                </a:lnTo>
                <a:close/>
                <a:moveTo>
                  <a:pt x="95983" y="187967"/>
                </a:moveTo>
                <a:lnTo>
                  <a:pt x="99983" y="187967"/>
                </a:lnTo>
                <a:lnTo>
                  <a:pt x="99983" y="211963"/>
                </a:lnTo>
                <a:lnTo>
                  <a:pt x="59990" y="211963"/>
                </a:lnTo>
                <a:lnTo>
                  <a:pt x="59990" y="187967"/>
                </a:lnTo>
                <a:lnTo>
                  <a:pt x="95983" y="187967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11850" y="1950950"/>
            <a:ext cx="345539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6379" y="2326351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29412" y="2292224"/>
            <a:ext cx="168077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VLANs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signage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6379" y="2565243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29412" y="2531115"/>
            <a:ext cx="175755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Trust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architecture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6379" y="280413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29412" y="2770007"/>
            <a:ext cx="113473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firewall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6379" y="3043026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29412" y="3008899"/>
            <a:ext cx="145041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tunnels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multi-site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2710" y="1094920"/>
            <a:ext cx="3717038" cy="2258094"/>
          </a:xfrm>
          <a:custGeom>
            <a:avLst/>
            <a:gdLst/>
            <a:ahLst/>
            <a:cxnLst/>
            <a:rect l="l" t="t" r="r" b="b"/>
            <a:pathLst>
              <a:path w="3717038" h="2258094">
                <a:moveTo>
                  <a:pt x="68262" y="0"/>
                </a:moveTo>
                <a:lnTo>
                  <a:pt x="3648776" y="0"/>
                </a:lnTo>
                <a:cubicBezTo>
                  <a:pt x="3686476" y="0"/>
                  <a:pt x="3717038" y="30562"/>
                  <a:pt x="3717038" y="68262"/>
                </a:cubicBezTo>
                <a:lnTo>
                  <a:pt x="3717038" y="2189832"/>
                </a:lnTo>
                <a:cubicBezTo>
                  <a:pt x="3717038" y="2227532"/>
                  <a:pt x="3686476" y="2258094"/>
                  <a:pt x="3648776" y="2258094"/>
                </a:cubicBezTo>
                <a:lnTo>
                  <a:pt x="68262" y="2258094"/>
                </a:lnTo>
                <a:cubicBezTo>
                  <a:pt x="30562" y="2258094"/>
                  <a:pt x="0" y="2227532"/>
                  <a:pt x="0" y="2189832"/>
                </a:cubicBezTo>
                <a:lnTo>
                  <a:pt x="0" y="68262"/>
                </a:lnTo>
                <a:cubicBezTo>
                  <a:pt x="0" y="30562"/>
                  <a:pt x="30562" y="0"/>
                  <a:pt x="68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06191" y="1268403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53366" y="1413444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127978" y="0"/>
                </a:moveTo>
                <a:cubicBezTo>
                  <a:pt x="130277" y="0"/>
                  <a:pt x="132577" y="500"/>
                  <a:pt x="134676" y="1450"/>
                </a:cubicBezTo>
                <a:lnTo>
                  <a:pt x="228860" y="41393"/>
                </a:lnTo>
                <a:cubicBezTo>
                  <a:pt x="239858" y="46042"/>
                  <a:pt x="248057" y="56890"/>
                  <a:pt x="248007" y="69988"/>
                </a:cubicBezTo>
                <a:cubicBezTo>
                  <a:pt x="247757" y="119579"/>
                  <a:pt x="227360" y="210313"/>
                  <a:pt x="141225" y="251556"/>
                </a:cubicBezTo>
                <a:cubicBezTo>
                  <a:pt x="132877" y="255555"/>
                  <a:pt x="123178" y="255555"/>
                  <a:pt x="114830" y="251556"/>
                </a:cubicBezTo>
                <a:cubicBezTo>
                  <a:pt x="28645" y="210313"/>
                  <a:pt x="8299" y="119579"/>
                  <a:pt x="8049" y="69988"/>
                </a:cubicBezTo>
                <a:cubicBezTo>
                  <a:pt x="7999" y="56890"/>
                  <a:pt x="16197" y="46042"/>
                  <a:pt x="27195" y="41393"/>
                </a:cubicBezTo>
                <a:lnTo>
                  <a:pt x="121329" y="1450"/>
                </a:lnTo>
                <a:cubicBezTo>
                  <a:pt x="123428" y="500"/>
                  <a:pt x="125678" y="0"/>
                  <a:pt x="127978" y="0"/>
                </a:cubicBezTo>
                <a:close/>
                <a:moveTo>
                  <a:pt x="127978" y="33394"/>
                </a:moveTo>
                <a:lnTo>
                  <a:pt x="127978" y="222411"/>
                </a:lnTo>
                <a:cubicBezTo>
                  <a:pt x="196966" y="189017"/>
                  <a:pt x="215512" y="115030"/>
                  <a:pt x="215962" y="70738"/>
                </a:cubicBezTo>
                <a:lnTo>
                  <a:pt x="127978" y="33444"/>
                </a:lnTo>
                <a:lnTo>
                  <a:pt x="127978" y="33444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06191" y="1950950"/>
            <a:ext cx="345539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Device Protection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30720" y="2326351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23753" y="2292224"/>
            <a:ext cx="1296840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Boot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TPM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30720" y="2565243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23753" y="2531115"/>
            <a:ext cx="1390690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X.509 certs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device ID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30720" y="2804134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23753" y="2770007"/>
            <a:ext cx="127124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</a:t>
            </a: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lockdown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30720" y="3043026"/>
            <a:ext cx="104515" cy="119446"/>
          </a:xfrm>
          <a:custGeom>
            <a:avLst/>
            <a:gdLst/>
            <a:ahLst/>
            <a:cxnLst/>
            <a:rect l="l" t="t" r="r" b="b"/>
            <a:pathLst>
              <a:path w="104515" h="119446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23753" y="3025962"/>
            <a:ext cx="982050" cy="13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whitelisting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4118" y="3495216"/>
            <a:ext cx="8264509" cy="3017428"/>
          </a:xfrm>
          <a:custGeom>
            <a:avLst/>
            <a:gdLst/>
            <a:ahLst/>
            <a:cxnLst/>
            <a:rect l="l" t="t" r="r" b="b"/>
            <a:pathLst>
              <a:path w="8264509" h="3017428">
                <a:moveTo>
                  <a:pt x="68254" y="0"/>
                </a:moveTo>
                <a:lnTo>
                  <a:pt x="8196255" y="0"/>
                </a:lnTo>
                <a:cubicBezTo>
                  <a:pt x="8233951" y="0"/>
                  <a:pt x="8264509" y="30558"/>
                  <a:pt x="8264509" y="68254"/>
                </a:cubicBezTo>
                <a:lnTo>
                  <a:pt x="8264509" y="2949173"/>
                </a:lnTo>
                <a:cubicBezTo>
                  <a:pt x="8264509" y="2986869"/>
                  <a:pt x="8233951" y="3017428"/>
                  <a:pt x="8196255" y="3017428"/>
                </a:cubicBezTo>
                <a:lnTo>
                  <a:pt x="68254" y="3017428"/>
                </a:lnTo>
                <a:cubicBezTo>
                  <a:pt x="30558" y="3017428"/>
                  <a:pt x="0" y="2986869"/>
                  <a:pt x="0" y="2949173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7598" y="3668691"/>
            <a:ext cx="80028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Operational Security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4662" y="4044092"/>
            <a:ext cx="3873456" cy="887311"/>
          </a:xfrm>
          <a:custGeom>
            <a:avLst/>
            <a:gdLst/>
            <a:ahLst/>
            <a:cxnLst/>
            <a:rect l="l" t="t" r="r" b="b"/>
            <a:pathLst>
              <a:path w="3873456" h="887311">
                <a:moveTo>
                  <a:pt x="34127" y="0"/>
                </a:moveTo>
                <a:lnTo>
                  <a:pt x="3805204" y="0"/>
                </a:lnTo>
                <a:cubicBezTo>
                  <a:pt x="3842898" y="0"/>
                  <a:pt x="3873456" y="30557"/>
                  <a:pt x="3873456" y="68252"/>
                </a:cubicBezTo>
                <a:lnTo>
                  <a:pt x="3873456" y="819059"/>
                </a:lnTo>
                <a:cubicBezTo>
                  <a:pt x="3873456" y="856754"/>
                  <a:pt x="3842898" y="887311"/>
                  <a:pt x="3805204" y="887311"/>
                </a:cubicBez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4662" y="4044092"/>
            <a:ext cx="34127" cy="887311"/>
          </a:xfrm>
          <a:custGeom>
            <a:avLst/>
            <a:gdLst/>
            <a:ahLst/>
            <a:cxnLst/>
            <a:rect l="l" t="t" r="r" b="b"/>
            <a:pathLst>
              <a:path w="34127" h="887311">
                <a:moveTo>
                  <a:pt x="34127" y="0"/>
                </a:moveTo>
                <a:lnTo>
                  <a:pt x="34127" y="0"/>
                </a:lnTo>
                <a:lnTo>
                  <a:pt x="34127" y="887311"/>
                </a:ln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96767" y="4214729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59723" y="2133"/>
                </a:moveTo>
                <a:cubicBezTo>
                  <a:pt x="77381" y="2133"/>
                  <a:pt x="91717" y="16469"/>
                  <a:pt x="91717" y="34127"/>
                </a:cubicBezTo>
                <a:cubicBezTo>
                  <a:pt x="91717" y="51786"/>
                  <a:pt x="77381" y="66122"/>
                  <a:pt x="59723" y="66122"/>
                </a:cubicBezTo>
                <a:cubicBezTo>
                  <a:pt x="42065" y="66122"/>
                  <a:pt x="27728" y="51786"/>
                  <a:pt x="27728" y="34127"/>
                </a:cubicBezTo>
                <a:cubicBezTo>
                  <a:pt x="27728" y="16469"/>
                  <a:pt x="42065" y="2133"/>
                  <a:pt x="59723" y="2133"/>
                </a:cubicBezTo>
                <a:close/>
                <a:moveTo>
                  <a:pt x="51804" y="81052"/>
                </a:moveTo>
                <a:lnTo>
                  <a:pt x="67641" y="81052"/>
                </a:lnTo>
                <a:cubicBezTo>
                  <a:pt x="75560" y="81052"/>
                  <a:pt x="83025" y="82999"/>
                  <a:pt x="89584" y="86412"/>
                </a:cubicBezTo>
                <a:lnTo>
                  <a:pt x="89584" y="87558"/>
                </a:lnTo>
                <a:cubicBezTo>
                  <a:pt x="84359" y="92251"/>
                  <a:pt x="81052" y="99049"/>
                  <a:pt x="81052" y="106621"/>
                </a:cubicBezTo>
                <a:lnTo>
                  <a:pt x="81052" y="132217"/>
                </a:lnTo>
                <a:cubicBezTo>
                  <a:pt x="81052" y="133683"/>
                  <a:pt x="81186" y="135123"/>
                  <a:pt x="81399" y="136509"/>
                </a:cubicBezTo>
                <a:lnTo>
                  <a:pt x="12185" y="136509"/>
                </a:lnTo>
                <a:cubicBezTo>
                  <a:pt x="7812" y="136509"/>
                  <a:pt x="4266" y="132963"/>
                  <a:pt x="4266" y="128591"/>
                </a:cubicBezTo>
                <a:cubicBezTo>
                  <a:pt x="4266" y="102329"/>
                  <a:pt x="25542" y="81052"/>
                  <a:pt x="51804" y="81052"/>
                </a:cubicBezTo>
                <a:close/>
                <a:moveTo>
                  <a:pt x="132244" y="81079"/>
                </a:moveTo>
                <a:cubicBezTo>
                  <a:pt x="132244" y="76360"/>
                  <a:pt x="128431" y="72547"/>
                  <a:pt x="123712" y="72547"/>
                </a:cubicBezTo>
                <a:cubicBezTo>
                  <a:pt x="118993" y="72547"/>
                  <a:pt x="115180" y="76360"/>
                  <a:pt x="115180" y="81079"/>
                </a:cubicBezTo>
                <a:lnTo>
                  <a:pt x="115180" y="93850"/>
                </a:lnTo>
                <a:lnTo>
                  <a:pt x="132244" y="93850"/>
                </a:lnTo>
                <a:lnTo>
                  <a:pt x="132244" y="81079"/>
                </a:lnTo>
                <a:close/>
                <a:moveTo>
                  <a:pt x="93850" y="106648"/>
                </a:moveTo>
                <a:cubicBezTo>
                  <a:pt x="93850" y="101076"/>
                  <a:pt x="97423" y="96330"/>
                  <a:pt x="102382" y="94570"/>
                </a:cubicBezTo>
                <a:lnTo>
                  <a:pt x="102382" y="81079"/>
                </a:lnTo>
                <a:cubicBezTo>
                  <a:pt x="102382" y="69295"/>
                  <a:pt x="111927" y="59750"/>
                  <a:pt x="123712" y="59750"/>
                </a:cubicBezTo>
                <a:cubicBezTo>
                  <a:pt x="135496" y="59750"/>
                  <a:pt x="145041" y="69295"/>
                  <a:pt x="145041" y="81079"/>
                </a:cubicBezTo>
                <a:lnTo>
                  <a:pt x="145041" y="94570"/>
                </a:lnTo>
                <a:cubicBezTo>
                  <a:pt x="150000" y="96330"/>
                  <a:pt x="153573" y="101076"/>
                  <a:pt x="153573" y="106648"/>
                </a:cubicBezTo>
                <a:lnTo>
                  <a:pt x="153573" y="132244"/>
                </a:lnTo>
                <a:cubicBezTo>
                  <a:pt x="153573" y="139309"/>
                  <a:pt x="147841" y="145041"/>
                  <a:pt x="140775" y="145041"/>
                </a:cubicBezTo>
                <a:lnTo>
                  <a:pt x="106648" y="145041"/>
                </a:lnTo>
                <a:cubicBezTo>
                  <a:pt x="99583" y="145041"/>
                  <a:pt x="93850" y="139309"/>
                  <a:pt x="93850" y="132244"/>
                </a:cubicBezTo>
                <a:lnTo>
                  <a:pt x="93850" y="106648"/>
                </a:ln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27127" y="4180602"/>
            <a:ext cx="102382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235" y="4453621"/>
            <a:ext cx="364309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unique passwords, MFA for all admin interfaces, SSO integration (Okta, Azure AD)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61691" y="4044092"/>
            <a:ext cx="3873456" cy="887311"/>
          </a:xfrm>
          <a:custGeom>
            <a:avLst/>
            <a:gdLst/>
            <a:ahLst/>
            <a:cxnLst/>
            <a:rect l="l" t="t" r="r" b="b"/>
            <a:pathLst>
              <a:path w="3873456" h="887311">
                <a:moveTo>
                  <a:pt x="34127" y="0"/>
                </a:moveTo>
                <a:lnTo>
                  <a:pt x="3805204" y="0"/>
                </a:lnTo>
                <a:cubicBezTo>
                  <a:pt x="3842898" y="0"/>
                  <a:pt x="3873456" y="30557"/>
                  <a:pt x="3873456" y="68252"/>
                </a:cubicBezTo>
                <a:lnTo>
                  <a:pt x="3873456" y="819059"/>
                </a:lnTo>
                <a:cubicBezTo>
                  <a:pt x="3873456" y="856754"/>
                  <a:pt x="3842898" y="887311"/>
                  <a:pt x="3805204" y="887311"/>
                </a:cubicBez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61691" y="4044092"/>
            <a:ext cx="34127" cy="887311"/>
          </a:xfrm>
          <a:custGeom>
            <a:avLst/>
            <a:gdLst/>
            <a:ahLst/>
            <a:cxnLst/>
            <a:rect l="l" t="t" r="r" b="b"/>
            <a:pathLst>
              <a:path w="34127" h="887311">
                <a:moveTo>
                  <a:pt x="34127" y="0"/>
                </a:moveTo>
                <a:lnTo>
                  <a:pt x="34127" y="0"/>
                </a:lnTo>
                <a:lnTo>
                  <a:pt x="34127" y="887311"/>
                </a:ln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49391" y="4214729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>
                <a:moveTo>
                  <a:pt x="83025" y="8532"/>
                </a:moveTo>
                <a:lnTo>
                  <a:pt x="85318" y="8532"/>
                </a:lnTo>
                <a:cubicBezTo>
                  <a:pt x="94730" y="8532"/>
                  <a:pt x="102382" y="16184"/>
                  <a:pt x="102382" y="25596"/>
                </a:cubicBezTo>
                <a:lnTo>
                  <a:pt x="102382" y="119446"/>
                </a:lnTo>
                <a:cubicBezTo>
                  <a:pt x="102382" y="128857"/>
                  <a:pt x="94730" y="136509"/>
                  <a:pt x="85318" y="136509"/>
                </a:cubicBezTo>
                <a:lnTo>
                  <a:pt x="17064" y="136509"/>
                </a:lnTo>
                <a:cubicBezTo>
                  <a:pt x="7652" y="136509"/>
                  <a:pt x="0" y="128857"/>
                  <a:pt x="0" y="119446"/>
                </a:cubicBezTo>
                <a:lnTo>
                  <a:pt x="0" y="25596"/>
                </a:lnTo>
                <a:cubicBezTo>
                  <a:pt x="0" y="16184"/>
                  <a:pt x="7652" y="8532"/>
                  <a:pt x="17064" y="8532"/>
                </a:cubicBezTo>
                <a:lnTo>
                  <a:pt x="19357" y="8532"/>
                </a:lnTo>
                <a:cubicBezTo>
                  <a:pt x="22289" y="3439"/>
                  <a:pt x="27808" y="0"/>
                  <a:pt x="34127" y="0"/>
                </a:cubicBezTo>
                <a:lnTo>
                  <a:pt x="68255" y="0"/>
                </a:lnTo>
                <a:cubicBezTo>
                  <a:pt x="74574" y="0"/>
                  <a:pt x="80093" y="3439"/>
                  <a:pt x="83025" y="8532"/>
                </a:cubicBezTo>
                <a:close/>
                <a:moveTo>
                  <a:pt x="66122" y="29861"/>
                </a:moveTo>
                <a:cubicBezTo>
                  <a:pt x="69668" y="29861"/>
                  <a:pt x="72521" y="27009"/>
                  <a:pt x="72521" y="23463"/>
                </a:cubicBezTo>
                <a:cubicBezTo>
                  <a:pt x="72521" y="19917"/>
                  <a:pt x="69668" y="17064"/>
                  <a:pt x="66122" y="17064"/>
                </a:cubicBezTo>
                <a:lnTo>
                  <a:pt x="36260" y="17064"/>
                </a:lnTo>
                <a:cubicBezTo>
                  <a:pt x="32714" y="17064"/>
                  <a:pt x="29861" y="19917"/>
                  <a:pt x="29861" y="23463"/>
                </a:cubicBezTo>
                <a:cubicBezTo>
                  <a:pt x="29861" y="27009"/>
                  <a:pt x="32714" y="29861"/>
                  <a:pt x="36260" y="29861"/>
                </a:cubicBezTo>
                <a:lnTo>
                  <a:pt x="66122" y="29861"/>
                </a:lnTo>
                <a:close/>
                <a:moveTo>
                  <a:pt x="34127" y="68255"/>
                </a:moveTo>
                <a:cubicBezTo>
                  <a:pt x="34127" y="63546"/>
                  <a:pt x="30304" y="59723"/>
                  <a:pt x="25596" y="59723"/>
                </a:cubicBezTo>
                <a:cubicBezTo>
                  <a:pt x="20887" y="59723"/>
                  <a:pt x="17064" y="63546"/>
                  <a:pt x="17064" y="68255"/>
                </a:cubicBezTo>
                <a:cubicBezTo>
                  <a:pt x="17064" y="72964"/>
                  <a:pt x="20887" y="76787"/>
                  <a:pt x="25596" y="76787"/>
                </a:cubicBezTo>
                <a:cubicBezTo>
                  <a:pt x="30304" y="76787"/>
                  <a:pt x="34127" y="72964"/>
                  <a:pt x="34127" y="68255"/>
                </a:cubicBezTo>
                <a:close/>
                <a:moveTo>
                  <a:pt x="42659" y="68255"/>
                </a:moveTo>
                <a:cubicBezTo>
                  <a:pt x="42659" y="71801"/>
                  <a:pt x="45512" y="74654"/>
                  <a:pt x="49058" y="74654"/>
                </a:cubicBezTo>
                <a:lnTo>
                  <a:pt x="78920" y="74654"/>
                </a:lnTo>
                <a:cubicBezTo>
                  <a:pt x="82466" y="74654"/>
                  <a:pt x="85318" y="71801"/>
                  <a:pt x="85318" y="68255"/>
                </a:cubicBezTo>
                <a:cubicBezTo>
                  <a:pt x="85318" y="64709"/>
                  <a:pt x="82466" y="61856"/>
                  <a:pt x="78920" y="61856"/>
                </a:cubicBezTo>
                <a:lnTo>
                  <a:pt x="49058" y="61856"/>
                </a:lnTo>
                <a:cubicBezTo>
                  <a:pt x="45512" y="61856"/>
                  <a:pt x="42659" y="64709"/>
                  <a:pt x="42659" y="68255"/>
                </a:cubicBezTo>
                <a:close/>
                <a:moveTo>
                  <a:pt x="42659" y="102382"/>
                </a:moveTo>
                <a:cubicBezTo>
                  <a:pt x="42659" y="105928"/>
                  <a:pt x="45512" y="108781"/>
                  <a:pt x="49058" y="108781"/>
                </a:cubicBezTo>
                <a:lnTo>
                  <a:pt x="78920" y="108781"/>
                </a:lnTo>
                <a:cubicBezTo>
                  <a:pt x="82466" y="108781"/>
                  <a:pt x="85318" y="105928"/>
                  <a:pt x="85318" y="102382"/>
                </a:cubicBezTo>
                <a:cubicBezTo>
                  <a:pt x="85318" y="98836"/>
                  <a:pt x="82466" y="95983"/>
                  <a:pt x="78920" y="95983"/>
                </a:cubicBezTo>
                <a:lnTo>
                  <a:pt x="49058" y="95983"/>
                </a:lnTo>
                <a:cubicBezTo>
                  <a:pt x="45512" y="95983"/>
                  <a:pt x="42659" y="98836"/>
                  <a:pt x="42659" y="102382"/>
                </a:cubicBezTo>
                <a:close/>
                <a:moveTo>
                  <a:pt x="25596" y="110914"/>
                </a:moveTo>
                <a:cubicBezTo>
                  <a:pt x="30304" y="110914"/>
                  <a:pt x="34127" y="107091"/>
                  <a:pt x="34127" y="102382"/>
                </a:cubicBezTo>
                <a:cubicBezTo>
                  <a:pt x="34127" y="97673"/>
                  <a:pt x="30304" y="93850"/>
                  <a:pt x="25596" y="93850"/>
                </a:cubicBezTo>
                <a:cubicBezTo>
                  <a:pt x="20887" y="93850"/>
                  <a:pt x="17064" y="97673"/>
                  <a:pt x="17064" y="102382"/>
                </a:cubicBezTo>
                <a:cubicBezTo>
                  <a:pt x="17064" y="107091"/>
                  <a:pt x="20887" y="110914"/>
                  <a:pt x="25596" y="110914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54156" y="4180602"/>
            <a:ext cx="98969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Logging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15264" y="4453621"/>
            <a:ext cx="364309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logs of all logins, content changes, and deployments. Encrypted, tamper-evident, 1+ year retention.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4662" y="5067913"/>
            <a:ext cx="3873456" cy="887311"/>
          </a:xfrm>
          <a:custGeom>
            <a:avLst/>
            <a:gdLst/>
            <a:ahLst/>
            <a:cxnLst/>
            <a:rect l="l" t="t" r="r" b="b"/>
            <a:pathLst>
              <a:path w="3873456" h="887311">
                <a:moveTo>
                  <a:pt x="34127" y="0"/>
                </a:moveTo>
                <a:lnTo>
                  <a:pt x="3805204" y="0"/>
                </a:lnTo>
                <a:cubicBezTo>
                  <a:pt x="3842898" y="0"/>
                  <a:pt x="3873456" y="30557"/>
                  <a:pt x="3873456" y="68252"/>
                </a:cubicBezTo>
                <a:lnTo>
                  <a:pt x="3873456" y="819059"/>
                </a:lnTo>
                <a:cubicBezTo>
                  <a:pt x="3873456" y="856754"/>
                  <a:pt x="3842898" y="887311"/>
                  <a:pt x="3805204" y="887311"/>
                </a:cubicBez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4662" y="5067913"/>
            <a:ext cx="34127" cy="887311"/>
          </a:xfrm>
          <a:custGeom>
            <a:avLst/>
            <a:gdLst/>
            <a:ahLst/>
            <a:cxnLst/>
            <a:rect l="l" t="t" r="r" b="b"/>
            <a:pathLst>
              <a:path w="34127" h="887311">
                <a:moveTo>
                  <a:pt x="34127" y="0"/>
                </a:moveTo>
                <a:lnTo>
                  <a:pt x="34127" y="0"/>
                </a:lnTo>
                <a:lnTo>
                  <a:pt x="34127" y="887311"/>
                </a:ln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5299" y="5238550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28004" y="51191"/>
                </a:moveTo>
                <a:lnTo>
                  <a:pt x="130111" y="51191"/>
                </a:lnTo>
                <a:cubicBezTo>
                  <a:pt x="133657" y="51191"/>
                  <a:pt x="136509" y="48338"/>
                  <a:pt x="136509" y="44792"/>
                </a:cubicBezTo>
                <a:lnTo>
                  <a:pt x="136509" y="6399"/>
                </a:lnTo>
                <a:cubicBezTo>
                  <a:pt x="136509" y="3813"/>
                  <a:pt x="134963" y="1466"/>
                  <a:pt x="132563" y="480"/>
                </a:cubicBezTo>
                <a:cubicBezTo>
                  <a:pt x="130164" y="-507"/>
                  <a:pt x="127418" y="53"/>
                  <a:pt x="125578" y="1866"/>
                </a:cubicBezTo>
                <a:lnTo>
                  <a:pt x="111794" y="15677"/>
                </a:lnTo>
                <a:cubicBezTo>
                  <a:pt x="99983" y="5892"/>
                  <a:pt x="84785" y="0"/>
                  <a:pt x="68255" y="0"/>
                </a:cubicBezTo>
                <a:cubicBezTo>
                  <a:pt x="33861" y="0"/>
                  <a:pt x="5412" y="25436"/>
                  <a:pt x="693" y="58523"/>
                </a:cubicBezTo>
                <a:cubicBezTo>
                  <a:pt x="27" y="63189"/>
                  <a:pt x="3253" y="67508"/>
                  <a:pt x="7919" y="68175"/>
                </a:cubicBezTo>
                <a:cubicBezTo>
                  <a:pt x="12584" y="68841"/>
                  <a:pt x="16904" y="65589"/>
                  <a:pt x="17570" y="60949"/>
                </a:cubicBezTo>
                <a:cubicBezTo>
                  <a:pt x="21116" y="36127"/>
                  <a:pt x="42473" y="17064"/>
                  <a:pt x="68255" y="17064"/>
                </a:cubicBezTo>
                <a:cubicBezTo>
                  <a:pt x="80093" y="17064"/>
                  <a:pt x="90971" y="21063"/>
                  <a:pt x="99636" y="27808"/>
                </a:cubicBezTo>
                <a:lnTo>
                  <a:pt x="87185" y="40260"/>
                </a:lnTo>
                <a:cubicBezTo>
                  <a:pt x="85345" y="42099"/>
                  <a:pt x="84812" y="44845"/>
                  <a:pt x="85798" y="47245"/>
                </a:cubicBezTo>
                <a:cubicBezTo>
                  <a:pt x="86785" y="49645"/>
                  <a:pt x="89131" y="51191"/>
                  <a:pt x="91717" y="51191"/>
                </a:cubicBezTo>
                <a:lnTo>
                  <a:pt x="128004" y="51191"/>
                </a:lnTo>
                <a:close/>
                <a:moveTo>
                  <a:pt x="135843" y="77986"/>
                </a:moveTo>
                <a:cubicBezTo>
                  <a:pt x="136509" y="73321"/>
                  <a:pt x="133257" y="69001"/>
                  <a:pt x="128617" y="68335"/>
                </a:cubicBezTo>
                <a:cubicBezTo>
                  <a:pt x="123978" y="67668"/>
                  <a:pt x="119632" y="70921"/>
                  <a:pt x="118966" y="75560"/>
                </a:cubicBezTo>
                <a:cubicBezTo>
                  <a:pt x="115420" y="100356"/>
                  <a:pt x="94064" y="119419"/>
                  <a:pt x="68281" y="119419"/>
                </a:cubicBezTo>
                <a:cubicBezTo>
                  <a:pt x="56443" y="119419"/>
                  <a:pt x="45565" y="115420"/>
                  <a:pt x="36900" y="108674"/>
                </a:cubicBezTo>
                <a:lnTo>
                  <a:pt x="49325" y="96250"/>
                </a:lnTo>
                <a:cubicBezTo>
                  <a:pt x="51164" y="94410"/>
                  <a:pt x="51698" y="91664"/>
                  <a:pt x="50711" y="89264"/>
                </a:cubicBezTo>
                <a:cubicBezTo>
                  <a:pt x="49725" y="86865"/>
                  <a:pt x="47378" y="85318"/>
                  <a:pt x="44792" y="85318"/>
                </a:cubicBezTo>
                <a:lnTo>
                  <a:pt x="6399" y="85318"/>
                </a:lnTo>
                <a:cubicBezTo>
                  <a:pt x="2853" y="85318"/>
                  <a:pt x="0" y="88171"/>
                  <a:pt x="0" y="91717"/>
                </a:cubicBezTo>
                <a:lnTo>
                  <a:pt x="0" y="130111"/>
                </a:lnTo>
                <a:cubicBezTo>
                  <a:pt x="0" y="132697"/>
                  <a:pt x="1546" y="135043"/>
                  <a:pt x="3946" y="136030"/>
                </a:cubicBezTo>
                <a:cubicBezTo>
                  <a:pt x="6346" y="137016"/>
                  <a:pt x="9092" y="136456"/>
                  <a:pt x="10931" y="134643"/>
                </a:cubicBezTo>
                <a:lnTo>
                  <a:pt x="24742" y="120832"/>
                </a:lnTo>
                <a:cubicBezTo>
                  <a:pt x="36527" y="130617"/>
                  <a:pt x="51724" y="136509"/>
                  <a:pt x="68255" y="136509"/>
                </a:cubicBezTo>
                <a:cubicBezTo>
                  <a:pt x="102649" y="136509"/>
                  <a:pt x="131097" y="111074"/>
                  <a:pt x="135816" y="77986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27127" y="5204423"/>
            <a:ext cx="131390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Patch Management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8235" y="5477442"/>
            <a:ext cx="364309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security patch cycle. OTA updates with cryptographically signed firmware. Automated rollout.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561691" y="5067913"/>
            <a:ext cx="3873456" cy="887311"/>
          </a:xfrm>
          <a:custGeom>
            <a:avLst/>
            <a:gdLst/>
            <a:ahLst/>
            <a:cxnLst/>
            <a:rect l="l" t="t" r="r" b="b"/>
            <a:pathLst>
              <a:path w="3873456" h="887311">
                <a:moveTo>
                  <a:pt x="34127" y="0"/>
                </a:moveTo>
                <a:lnTo>
                  <a:pt x="3805204" y="0"/>
                </a:lnTo>
                <a:cubicBezTo>
                  <a:pt x="3842898" y="0"/>
                  <a:pt x="3873456" y="30557"/>
                  <a:pt x="3873456" y="68252"/>
                </a:cubicBezTo>
                <a:lnTo>
                  <a:pt x="3873456" y="819059"/>
                </a:lnTo>
                <a:cubicBezTo>
                  <a:pt x="3873456" y="856754"/>
                  <a:pt x="3842898" y="887311"/>
                  <a:pt x="3805204" y="887311"/>
                </a:cubicBez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61691" y="5067913"/>
            <a:ext cx="34127" cy="887311"/>
          </a:xfrm>
          <a:custGeom>
            <a:avLst/>
            <a:gdLst/>
            <a:ahLst/>
            <a:cxnLst/>
            <a:rect l="l" t="t" r="r" b="b"/>
            <a:pathLst>
              <a:path w="34127" h="887311">
                <a:moveTo>
                  <a:pt x="34127" y="0"/>
                </a:moveTo>
                <a:lnTo>
                  <a:pt x="34127" y="0"/>
                </a:lnTo>
                <a:lnTo>
                  <a:pt x="34127" y="887311"/>
                </a:lnTo>
                <a:lnTo>
                  <a:pt x="34127" y="887311"/>
                </a:lnTo>
                <a:cubicBezTo>
                  <a:pt x="15279" y="887311"/>
                  <a:pt x="0" y="872032"/>
                  <a:pt x="0" y="853184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23796" y="5238550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76787" y="8532"/>
                </a:moveTo>
                <a:cubicBezTo>
                  <a:pt x="55244" y="8532"/>
                  <a:pt x="37993" y="18343"/>
                  <a:pt x="25436" y="30021"/>
                </a:cubicBezTo>
                <a:cubicBezTo>
                  <a:pt x="12958" y="41619"/>
                  <a:pt x="4613" y="55457"/>
                  <a:pt x="640" y="64975"/>
                </a:cubicBezTo>
                <a:cubicBezTo>
                  <a:pt x="-240" y="67082"/>
                  <a:pt x="-240" y="69428"/>
                  <a:pt x="640" y="71534"/>
                </a:cubicBezTo>
                <a:cubicBezTo>
                  <a:pt x="4613" y="81052"/>
                  <a:pt x="12958" y="94917"/>
                  <a:pt x="25436" y="106488"/>
                </a:cubicBezTo>
                <a:cubicBezTo>
                  <a:pt x="37993" y="118139"/>
                  <a:pt x="55244" y="127978"/>
                  <a:pt x="76787" y="127978"/>
                </a:cubicBezTo>
                <a:cubicBezTo>
                  <a:pt x="98329" y="127978"/>
                  <a:pt x="115580" y="118166"/>
                  <a:pt x="128138" y="106488"/>
                </a:cubicBezTo>
                <a:cubicBezTo>
                  <a:pt x="140615" y="94890"/>
                  <a:pt x="148961" y="81052"/>
                  <a:pt x="152933" y="71534"/>
                </a:cubicBezTo>
                <a:cubicBezTo>
                  <a:pt x="153813" y="69428"/>
                  <a:pt x="153813" y="67082"/>
                  <a:pt x="152933" y="64975"/>
                </a:cubicBezTo>
                <a:cubicBezTo>
                  <a:pt x="148961" y="55457"/>
                  <a:pt x="140615" y="41593"/>
                  <a:pt x="128138" y="30021"/>
                </a:cubicBezTo>
                <a:cubicBezTo>
                  <a:pt x="115580" y="18370"/>
                  <a:pt x="98329" y="8532"/>
                  <a:pt x="76787" y="8532"/>
                </a:cubicBezTo>
                <a:close/>
                <a:moveTo>
                  <a:pt x="38393" y="68255"/>
                </a:moveTo>
                <a:cubicBezTo>
                  <a:pt x="38393" y="47065"/>
                  <a:pt x="55597" y="29861"/>
                  <a:pt x="76787" y="29861"/>
                </a:cubicBezTo>
                <a:cubicBezTo>
                  <a:pt x="97976" y="29861"/>
                  <a:pt x="115180" y="47065"/>
                  <a:pt x="115180" y="68255"/>
                </a:cubicBezTo>
                <a:cubicBezTo>
                  <a:pt x="115180" y="89445"/>
                  <a:pt x="97976" y="106648"/>
                  <a:pt x="76787" y="106648"/>
                </a:cubicBezTo>
                <a:cubicBezTo>
                  <a:pt x="55597" y="106648"/>
                  <a:pt x="38393" y="89445"/>
                  <a:pt x="38393" y="68255"/>
                </a:cubicBezTo>
                <a:close/>
                <a:moveTo>
                  <a:pt x="76787" y="51191"/>
                </a:moveTo>
                <a:cubicBezTo>
                  <a:pt x="76787" y="60603"/>
                  <a:pt x="69135" y="68255"/>
                  <a:pt x="59723" y="68255"/>
                </a:cubicBezTo>
                <a:cubicBezTo>
                  <a:pt x="56657" y="68255"/>
                  <a:pt x="53777" y="67455"/>
                  <a:pt x="51271" y="66015"/>
                </a:cubicBezTo>
                <a:cubicBezTo>
                  <a:pt x="51004" y="68921"/>
                  <a:pt x="51244" y="71907"/>
                  <a:pt x="52044" y="74867"/>
                </a:cubicBezTo>
                <a:cubicBezTo>
                  <a:pt x="55697" y="88518"/>
                  <a:pt x="69748" y="96623"/>
                  <a:pt x="83399" y="92970"/>
                </a:cubicBezTo>
                <a:cubicBezTo>
                  <a:pt x="97050" y="89318"/>
                  <a:pt x="105155" y="75267"/>
                  <a:pt x="101502" y="61616"/>
                </a:cubicBezTo>
                <a:cubicBezTo>
                  <a:pt x="98249" y="49431"/>
                  <a:pt x="86705" y="41673"/>
                  <a:pt x="74547" y="42739"/>
                </a:cubicBezTo>
                <a:cubicBezTo>
                  <a:pt x="75960" y="45219"/>
                  <a:pt x="76787" y="48098"/>
                  <a:pt x="76787" y="51191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54156" y="5204423"/>
            <a:ext cx="77639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715264" y="5477442"/>
            <a:ext cx="364309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health checks, SNMP monitoring, automated alerts. Real-time email notifications for offline devices.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784952" y="3495216"/>
            <a:ext cx="3068619" cy="1473164"/>
          </a:xfrm>
          <a:custGeom>
            <a:avLst/>
            <a:gdLst/>
            <a:ahLst/>
            <a:cxnLst/>
            <a:rect l="l" t="t" r="r" b="b"/>
            <a:pathLst>
              <a:path w="3068619" h="1473164">
                <a:moveTo>
                  <a:pt x="68252" y="0"/>
                </a:moveTo>
                <a:lnTo>
                  <a:pt x="3000367" y="0"/>
                </a:lnTo>
                <a:cubicBezTo>
                  <a:pt x="3038061" y="0"/>
                  <a:pt x="3068619" y="30557"/>
                  <a:pt x="3068619" y="68252"/>
                </a:cubicBezTo>
                <a:lnTo>
                  <a:pt x="3068619" y="1404913"/>
                </a:lnTo>
                <a:cubicBezTo>
                  <a:pt x="3068619" y="1442607"/>
                  <a:pt x="3038061" y="1473164"/>
                  <a:pt x="3000367" y="1473164"/>
                </a:cubicBezTo>
                <a:lnTo>
                  <a:pt x="68252" y="1473164"/>
                </a:lnTo>
                <a:cubicBezTo>
                  <a:pt x="30557" y="1473164"/>
                  <a:pt x="0" y="1442607"/>
                  <a:pt x="0" y="1404913"/>
                </a:cubicBezTo>
                <a:lnTo>
                  <a:pt x="0" y="68252"/>
                </a:lnTo>
                <a:cubicBezTo>
                  <a:pt x="0" y="30583"/>
                  <a:pt x="30583" y="0"/>
                  <a:pt x="68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924305" y="3634564"/>
            <a:ext cx="286669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SLA Commitments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924305" y="4009965"/>
            <a:ext cx="81905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Target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75894" y="3975838"/>
            <a:ext cx="51191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924305" y="4317111"/>
            <a:ext cx="85318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Downtime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867521" y="4282984"/>
            <a:ext cx="9214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≤44 min/mo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924305" y="4624258"/>
            <a:ext cx="104941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Response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135118" y="4590130"/>
            <a:ext cx="65695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&lt;30 min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784952" y="5110575"/>
            <a:ext cx="3068619" cy="1404910"/>
          </a:xfrm>
          <a:custGeom>
            <a:avLst/>
            <a:gdLst/>
            <a:ahLst/>
            <a:cxnLst/>
            <a:rect l="l" t="t" r="r" b="b"/>
            <a:pathLst>
              <a:path w="3068619" h="1404910">
                <a:moveTo>
                  <a:pt x="68251" y="0"/>
                </a:moveTo>
                <a:lnTo>
                  <a:pt x="3000368" y="0"/>
                </a:lnTo>
                <a:cubicBezTo>
                  <a:pt x="3038062" y="0"/>
                  <a:pt x="3068619" y="30557"/>
                  <a:pt x="3068619" y="68251"/>
                </a:cubicBezTo>
                <a:lnTo>
                  <a:pt x="3068619" y="1336659"/>
                </a:lnTo>
                <a:cubicBezTo>
                  <a:pt x="3068619" y="1374353"/>
                  <a:pt x="3038062" y="1404910"/>
                  <a:pt x="3000368" y="1404910"/>
                </a:cubicBezTo>
                <a:lnTo>
                  <a:pt x="68251" y="1404910"/>
                </a:lnTo>
                <a:cubicBezTo>
                  <a:pt x="30557" y="1404910"/>
                  <a:pt x="0" y="1374353"/>
                  <a:pt x="0" y="1336659"/>
                </a:cubicBezTo>
                <a:lnTo>
                  <a:pt x="0" y="68251"/>
                </a:lnTo>
                <a:cubicBezTo>
                  <a:pt x="0" y="30557"/>
                  <a:pt x="30557" y="0"/>
                  <a:pt x="6825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945635" y="5292591"/>
            <a:ext cx="153573" cy="153573"/>
          </a:xfrm>
          <a:custGeom>
            <a:avLst/>
            <a:gdLst/>
            <a:ahLst/>
            <a:cxnLst/>
            <a:rect l="l" t="t" r="r" b="b"/>
            <a:pathLst>
              <a:path w="153573" h="153573">
                <a:moveTo>
                  <a:pt x="76787" y="0"/>
                </a:moveTo>
                <a:cubicBezTo>
                  <a:pt x="81196" y="0"/>
                  <a:pt x="85245" y="2430"/>
                  <a:pt x="87345" y="6299"/>
                </a:cubicBezTo>
                <a:lnTo>
                  <a:pt x="152133" y="126278"/>
                </a:lnTo>
                <a:cubicBezTo>
                  <a:pt x="154143" y="129997"/>
                  <a:pt x="154053" y="134496"/>
                  <a:pt x="151893" y="138126"/>
                </a:cubicBezTo>
                <a:cubicBezTo>
                  <a:pt x="149734" y="141755"/>
                  <a:pt x="145804" y="143975"/>
                  <a:pt x="141575" y="143975"/>
                </a:cubicBezTo>
                <a:lnTo>
                  <a:pt x="11998" y="143975"/>
                </a:lnTo>
                <a:cubicBezTo>
                  <a:pt x="7769" y="143975"/>
                  <a:pt x="3869" y="141755"/>
                  <a:pt x="1680" y="138126"/>
                </a:cubicBezTo>
                <a:cubicBezTo>
                  <a:pt x="-510" y="134496"/>
                  <a:pt x="-570" y="129997"/>
                  <a:pt x="1440" y="126278"/>
                </a:cubicBezTo>
                <a:lnTo>
                  <a:pt x="66228" y="6299"/>
                </a:lnTo>
                <a:cubicBezTo>
                  <a:pt x="68328" y="2430"/>
                  <a:pt x="72377" y="0"/>
                  <a:pt x="76787" y="0"/>
                </a:cubicBezTo>
                <a:close/>
                <a:moveTo>
                  <a:pt x="76787" y="50391"/>
                </a:moveTo>
                <a:cubicBezTo>
                  <a:pt x="72797" y="50391"/>
                  <a:pt x="69588" y="53601"/>
                  <a:pt x="69588" y="57590"/>
                </a:cubicBezTo>
                <a:lnTo>
                  <a:pt x="69588" y="91184"/>
                </a:lnTo>
                <a:cubicBezTo>
                  <a:pt x="69588" y="95173"/>
                  <a:pt x="72797" y="98383"/>
                  <a:pt x="76787" y="98383"/>
                </a:cubicBezTo>
                <a:cubicBezTo>
                  <a:pt x="80776" y="98383"/>
                  <a:pt x="83985" y="95173"/>
                  <a:pt x="83985" y="91184"/>
                </a:cubicBezTo>
                <a:lnTo>
                  <a:pt x="83985" y="57590"/>
                </a:lnTo>
                <a:cubicBezTo>
                  <a:pt x="83985" y="53601"/>
                  <a:pt x="80776" y="50391"/>
                  <a:pt x="76787" y="50391"/>
                </a:cubicBezTo>
                <a:close/>
                <a:moveTo>
                  <a:pt x="84795" y="115180"/>
                </a:moveTo>
                <a:cubicBezTo>
                  <a:pt x="84977" y="112207"/>
                  <a:pt x="83495" y="109379"/>
                  <a:pt x="80947" y="107837"/>
                </a:cubicBezTo>
                <a:cubicBezTo>
                  <a:pt x="78398" y="106296"/>
                  <a:pt x="75205" y="106296"/>
                  <a:pt x="72657" y="107837"/>
                </a:cubicBezTo>
                <a:cubicBezTo>
                  <a:pt x="70108" y="109379"/>
                  <a:pt x="68626" y="112207"/>
                  <a:pt x="68808" y="115180"/>
                </a:cubicBezTo>
                <a:cubicBezTo>
                  <a:pt x="68626" y="118153"/>
                  <a:pt x="70108" y="120981"/>
                  <a:pt x="72657" y="122522"/>
                </a:cubicBezTo>
                <a:cubicBezTo>
                  <a:pt x="75205" y="124064"/>
                  <a:pt x="78398" y="124064"/>
                  <a:pt x="80947" y="122522"/>
                </a:cubicBezTo>
                <a:cubicBezTo>
                  <a:pt x="83495" y="120981"/>
                  <a:pt x="84977" y="118153"/>
                  <a:pt x="84795" y="11518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120537" y="5249931"/>
            <a:ext cx="26704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Incident Classes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924305" y="5591205"/>
            <a:ext cx="264487" cy="170637"/>
          </a:xfrm>
          <a:custGeom>
            <a:avLst/>
            <a:gdLst/>
            <a:ahLst/>
            <a:cxnLst/>
            <a:rect l="l" t="t" r="r" b="b"/>
            <a:pathLst>
              <a:path w="264487" h="170637">
                <a:moveTo>
                  <a:pt x="34127" y="0"/>
                </a:moveTo>
                <a:lnTo>
                  <a:pt x="230360" y="0"/>
                </a:lnTo>
                <a:cubicBezTo>
                  <a:pt x="249208" y="0"/>
                  <a:pt x="264487" y="15279"/>
                  <a:pt x="264487" y="34127"/>
                </a:cubicBezTo>
                <a:lnTo>
                  <a:pt x="264487" y="136509"/>
                </a:lnTo>
                <a:cubicBezTo>
                  <a:pt x="264487" y="155357"/>
                  <a:pt x="249208" y="170637"/>
                  <a:pt x="230360" y="170637"/>
                </a:cubicBezTo>
                <a:lnTo>
                  <a:pt x="34127" y="170637"/>
                </a:lnTo>
                <a:cubicBezTo>
                  <a:pt x="15279" y="170637"/>
                  <a:pt x="0" y="155357"/>
                  <a:pt x="0" y="136509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924305" y="5591205"/>
            <a:ext cx="315678" cy="170637"/>
          </a:xfrm>
          <a:prstGeom prst="rect">
            <a:avLst/>
          </a:prstGeom>
          <a:noFill/>
          <a:ln/>
        </p:spPr>
        <p:txBody>
          <a:bodyPr wrap="square" lIns="68255" tIns="17064" rIns="68255" bIns="17064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254381" y="5591205"/>
            <a:ext cx="79346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Down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924305" y="5795969"/>
            <a:ext cx="264487" cy="170637"/>
          </a:xfrm>
          <a:custGeom>
            <a:avLst/>
            <a:gdLst/>
            <a:ahLst/>
            <a:cxnLst/>
            <a:rect l="l" t="t" r="r" b="b"/>
            <a:pathLst>
              <a:path w="264487" h="170637">
                <a:moveTo>
                  <a:pt x="34127" y="0"/>
                </a:moveTo>
                <a:lnTo>
                  <a:pt x="230360" y="0"/>
                </a:lnTo>
                <a:cubicBezTo>
                  <a:pt x="249208" y="0"/>
                  <a:pt x="264487" y="15279"/>
                  <a:pt x="264487" y="34127"/>
                </a:cubicBezTo>
                <a:lnTo>
                  <a:pt x="264487" y="136509"/>
                </a:lnTo>
                <a:cubicBezTo>
                  <a:pt x="264487" y="155357"/>
                  <a:pt x="249208" y="170637"/>
                  <a:pt x="230360" y="170637"/>
                </a:cubicBezTo>
                <a:lnTo>
                  <a:pt x="34127" y="170637"/>
                </a:lnTo>
                <a:cubicBezTo>
                  <a:pt x="15279" y="170637"/>
                  <a:pt x="0" y="155357"/>
                  <a:pt x="0" y="136509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924305" y="5795969"/>
            <a:ext cx="315678" cy="170637"/>
          </a:xfrm>
          <a:prstGeom prst="rect">
            <a:avLst/>
          </a:prstGeom>
          <a:noFill/>
          <a:ln/>
        </p:spPr>
        <p:txBody>
          <a:bodyPr wrap="square" lIns="68255" tIns="17064" rIns="68255" bIns="17064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254381" y="5795969"/>
            <a:ext cx="82758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Outage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924305" y="6000733"/>
            <a:ext cx="264487" cy="170637"/>
          </a:xfrm>
          <a:custGeom>
            <a:avLst/>
            <a:gdLst/>
            <a:ahLst/>
            <a:cxnLst/>
            <a:rect l="l" t="t" r="r" b="b"/>
            <a:pathLst>
              <a:path w="264487" h="170637">
                <a:moveTo>
                  <a:pt x="34127" y="0"/>
                </a:moveTo>
                <a:lnTo>
                  <a:pt x="230360" y="0"/>
                </a:lnTo>
                <a:cubicBezTo>
                  <a:pt x="249208" y="0"/>
                  <a:pt x="264487" y="15279"/>
                  <a:pt x="264487" y="34127"/>
                </a:cubicBezTo>
                <a:lnTo>
                  <a:pt x="264487" y="136509"/>
                </a:lnTo>
                <a:cubicBezTo>
                  <a:pt x="264487" y="155357"/>
                  <a:pt x="249208" y="170637"/>
                  <a:pt x="230360" y="170637"/>
                </a:cubicBezTo>
                <a:lnTo>
                  <a:pt x="34127" y="170637"/>
                </a:lnTo>
                <a:cubicBezTo>
                  <a:pt x="15279" y="170637"/>
                  <a:pt x="0" y="155357"/>
                  <a:pt x="0" y="136509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924305" y="6000733"/>
            <a:ext cx="315678" cy="170637"/>
          </a:xfrm>
          <a:prstGeom prst="rect">
            <a:avLst/>
          </a:prstGeom>
          <a:noFill/>
          <a:ln/>
        </p:spPr>
        <p:txBody>
          <a:bodyPr wrap="square" lIns="68255" tIns="17064" rIns="68255" bIns="17064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254381" y="6000733"/>
            <a:ext cx="58016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Degraded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924305" y="6205498"/>
            <a:ext cx="264487" cy="170637"/>
          </a:xfrm>
          <a:custGeom>
            <a:avLst/>
            <a:gdLst/>
            <a:ahLst/>
            <a:cxnLst/>
            <a:rect l="l" t="t" r="r" b="b"/>
            <a:pathLst>
              <a:path w="264487" h="170637">
                <a:moveTo>
                  <a:pt x="34127" y="0"/>
                </a:moveTo>
                <a:lnTo>
                  <a:pt x="230360" y="0"/>
                </a:lnTo>
                <a:cubicBezTo>
                  <a:pt x="249208" y="0"/>
                  <a:pt x="264487" y="15279"/>
                  <a:pt x="264487" y="34127"/>
                </a:cubicBezTo>
                <a:lnTo>
                  <a:pt x="264487" y="136509"/>
                </a:lnTo>
                <a:cubicBezTo>
                  <a:pt x="264487" y="155357"/>
                  <a:pt x="249208" y="170637"/>
                  <a:pt x="230360" y="170637"/>
                </a:cubicBezTo>
                <a:lnTo>
                  <a:pt x="34127" y="170637"/>
                </a:lnTo>
                <a:cubicBezTo>
                  <a:pt x="15279" y="170637"/>
                  <a:pt x="0" y="155357"/>
                  <a:pt x="0" y="136509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2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924305" y="6205498"/>
            <a:ext cx="315678" cy="170637"/>
          </a:xfrm>
          <a:prstGeom prst="rect">
            <a:avLst/>
          </a:prstGeom>
          <a:noFill/>
          <a:ln/>
        </p:spPr>
        <p:txBody>
          <a:bodyPr wrap="square" lIns="68255" tIns="17064" rIns="68255" bIns="17064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P4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254381" y="6205498"/>
            <a:ext cx="75080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chapter5_implementation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175" y="1523212"/>
            <a:ext cx="2054225" cy="387350"/>
          </a:xfrm>
          <a:custGeom>
            <a:avLst/>
            <a:gdLst/>
            <a:ahLst/>
            <a:cxnLst/>
            <a:rect l="l" t="t" r="r" b="b"/>
            <a:pathLst>
              <a:path w="2054225" h="387350">
                <a:moveTo>
                  <a:pt x="38100" y="0"/>
                </a:moveTo>
                <a:lnTo>
                  <a:pt x="2016125" y="0"/>
                </a:lnTo>
                <a:cubicBezTo>
                  <a:pt x="2037167" y="0"/>
                  <a:pt x="2054225" y="17058"/>
                  <a:pt x="2054225" y="38100"/>
                </a:cubicBezTo>
                <a:lnTo>
                  <a:pt x="2054225" y="349250"/>
                </a:lnTo>
                <a:cubicBezTo>
                  <a:pt x="2054225" y="370292"/>
                  <a:pt x="2037167" y="387350"/>
                  <a:pt x="2016125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7850" y="1627984"/>
            <a:ext cx="17425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8534"/>
            <a:ext cx="676275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6638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409284"/>
            <a:ext cx="6477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Stack, Requirements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Roadmap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650" y="344650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54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650" y="620370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Recommended Cloud 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522" y="1105753"/>
            <a:ext cx="5675240" cy="2211505"/>
          </a:xfrm>
          <a:custGeom>
            <a:avLst/>
            <a:gdLst/>
            <a:ahLst/>
            <a:cxnLst/>
            <a:rect l="l" t="t" r="r" b="b"/>
            <a:pathLst>
              <a:path w="5675240" h="2211505">
                <a:moveTo>
                  <a:pt x="68933" y="0"/>
                </a:moveTo>
                <a:lnTo>
                  <a:pt x="5606307" y="0"/>
                </a:lnTo>
                <a:cubicBezTo>
                  <a:pt x="5644377" y="0"/>
                  <a:pt x="5675240" y="30862"/>
                  <a:pt x="5675240" y="68933"/>
                </a:cubicBezTo>
                <a:lnTo>
                  <a:pt x="5675240" y="2142573"/>
                </a:lnTo>
                <a:cubicBezTo>
                  <a:pt x="5675240" y="2180643"/>
                  <a:pt x="5644377" y="2211505"/>
                  <a:pt x="5606307" y="2211505"/>
                </a:cubicBezTo>
                <a:lnTo>
                  <a:pt x="68933" y="2211505"/>
                </a:lnTo>
                <a:cubicBezTo>
                  <a:pt x="30862" y="2211505"/>
                  <a:pt x="0" y="2180643"/>
                  <a:pt x="0" y="214257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8254" y="1246488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4574" y="134988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25849" y="12924"/>
                </a:moveTo>
                <a:cubicBezTo>
                  <a:pt x="11592" y="12924"/>
                  <a:pt x="0" y="24516"/>
                  <a:pt x="0" y="38773"/>
                </a:cubicBezTo>
                <a:lnTo>
                  <a:pt x="0" y="64622"/>
                </a:lnTo>
                <a:cubicBezTo>
                  <a:pt x="0" y="78879"/>
                  <a:pt x="11592" y="90471"/>
                  <a:pt x="25849" y="90471"/>
                </a:cubicBezTo>
                <a:lnTo>
                  <a:pt x="155093" y="90471"/>
                </a:lnTo>
                <a:cubicBezTo>
                  <a:pt x="169350" y="90471"/>
                  <a:pt x="180941" y="78879"/>
                  <a:pt x="180941" y="64622"/>
                </a:cubicBezTo>
                <a:lnTo>
                  <a:pt x="180941" y="38773"/>
                </a:lnTo>
                <a:cubicBezTo>
                  <a:pt x="180941" y="24516"/>
                  <a:pt x="169350" y="12924"/>
                  <a:pt x="155093" y="12924"/>
                </a:cubicBezTo>
                <a:lnTo>
                  <a:pt x="25849" y="12924"/>
                </a:lnTo>
                <a:close/>
                <a:moveTo>
                  <a:pt x="113088" y="42004"/>
                </a:moveTo>
                <a:cubicBezTo>
                  <a:pt x="118438" y="42004"/>
                  <a:pt x="122782" y="46348"/>
                  <a:pt x="122782" y="51698"/>
                </a:cubicBezTo>
                <a:cubicBezTo>
                  <a:pt x="122782" y="57047"/>
                  <a:pt x="118438" y="61391"/>
                  <a:pt x="113088" y="61391"/>
                </a:cubicBezTo>
                <a:cubicBezTo>
                  <a:pt x="107738" y="61391"/>
                  <a:pt x="103395" y="57047"/>
                  <a:pt x="103395" y="51698"/>
                </a:cubicBezTo>
                <a:cubicBezTo>
                  <a:pt x="103395" y="46348"/>
                  <a:pt x="107738" y="42004"/>
                  <a:pt x="113088" y="42004"/>
                </a:cubicBezTo>
                <a:close/>
                <a:moveTo>
                  <a:pt x="135706" y="51698"/>
                </a:moveTo>
                <a:cubicBezTo>
                  <a:pt x="135706" y="46348"/>
                  <a:pt x="140049" y="42004"/>
                  <a:pt x="145399" y="42004"/>
                </a:cubicBezTo>
                <a:cubicBezTo>
                  <a:pt x="150749" y="42004"/>
                  <a:pt x="155093" y="46348"/>
                  <a:pt x="155093" y="51698"/>
                </a:cubicBezTo>
                <a:cubicBezTo>
                  <a:pt x="155093" y="57047"/>
                  <a:pt x="150749" y="61391"/>
                  <a:pt x="145399" y="61391"/>
                </a:cubicBezTo>
                <a:cubicBezTo>
                  <a:pt x="140049" y="61391"/>
                  <a:pt x="135706" y="57047"/>
                  <a:pt x="135706" y="51698"/>
                </a:cubicBezTo>
                <a:close/>
                <a:moveTo>
                  <a:pt x="25849" y="116319"/>
                </a:moveTo>
                <a:cubicBezTo>
                  <a:pt x="11592" y="116319"/>
                  <a:pt x="0" y="127911"/>
                  <a:pt x="0" y="142168"/>
                </a:cubicBezTo>
                <a:lnTo>
                  <a:pt x="0" y="168017"/>
                </a:lnTo>
                <a:cubicBezTo>
                  <a:pt x="0" y="182274"/>
                  <a:pt x="11592" y="193866"/>
                  <a:pt x="25849" y="193866"/>
                </a:cubicBezTo>
                <a:lnTo>
                  <a:pt x="155093" y="193866"/>
                </a:lnTo>
                <a:cubicBezTo>
                  <a:pt x="169350" y="193866"/>
                  <a:pt x="180941" y="182274"/>
                  <a:pt x="180941" y="168017"/>
                </a:cubicBezTo>
                <a:lnTo>
                  <a:pt x="180941" y="142168"/>
                </a:lnTo>
                <a:cubicBezTo>
                  <a:pt x="180941" y="127911"/>
                  <a:pt x="169350" y="116319"/>
                  <a:pt x="155093" y="116319"/>
                </a:cubicBezTo>
                <a:lnTo>
                  <a:pt x="25849" y="116319"/>
                </a:lnTo>
                <a:close/>
                <a:moveTo>
                  <a:pt x="113088" y="145399"/>
                </a:moveTo>
                <a:cubicBezTo>
                  <a:pt x="118438" y="145399"/>
                  <a:pt x="122782" y="149743"/>
                  <a:pt x="122782" y="155093"/>
                </a:cubicBezTo>
                <a:cubicBezTo>
                  <a:pt x="122782" y="160442"/>
                  <a:pt x="118438" y="164786"/>
                  <a:pt x="113088" y="164786"/>
                </a:cubicBezTo>
                <a:cubicBezTo>
                  <a:pt x="107738" y="164786"/>
                  <a:pt x="103395" y="160442"/>
                  <a:pt x="103395" y="155093"/>
                </a:cubicBezTo>
                <a:cubicBezTo>
                  <a:pt x="103395" y="149743"/>
                  <a:pt x="107738" y="145399"/>
                  <a:pt x="113088" y="145399"/>
                </a:cubicBezTo>
                <a:close/>
                <a:moveTo>
                  <a:pt x="135706" y="155093"/>
                </a:moveTo>
                <a:cubicBezTo>
                  <a:pt x="135706" y="149743"/>
                  <a:pt x="140049" y="145399"/>
                  <a:pt x="145399" y="145399"/>
                </a:cubicBezTo>
                <a:cubicBezTo>
                  <a:pt x="150749" y="145399"/>
                  <a:pt x="155093" y="149743"/>
                  <a:pt x="155093" y="155093"/>
                </a:cubicBezTo>
                <a:cubicBezTo>
                  <a:pt x="155093" y="160442"/>
                  <a:pt x="150749" y="164786"/>
                  <a:pt x="145399" y="164786"/>
                </a:cubicBezTo>
                <a:cubicBezTo>
                  <a:pt x="140049" y="164786"/>
                  <a:pt x="135706" y="160442"/>
                  <a:pt x="135706" y="155093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230" y="1246488"/>
            <a:ext cx="129243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230" y="1487743"/>
            <a:ext cx="126658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Application Logic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254" y="1763463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184" y="1832393"/>
            <a:ext cx="125797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5977" y="1849625"/>
            <a:ext cx="835777" cy="172325"/>
          </a:xfrm>
          <a:custGeom>
            <a:avLst/>
            <a:gdLst/>
            <a:ahLst/>
            <a:cxnLst/>
            <a:rect l="l" t="t" r="r" b="b"/>
            <a:pathLst>
              <a:path w="835777" h="172325">
                <a:moveTo>
                  <a:pt x="34465" y="0"/>
                </a:moveTo>
                <a:lnTo>
                  <a:pt x="801312" y="0"/>
                </a:lnTo>
                <a:cubicBezTo>
                  <a:pt x="820346" y="0"/>
                  <a:pt x="835777" y="15431"/>
                  <a:pt x="835777" y="34465"/>
                </a:cubicBezTo>
                <a:lnTo>
                  <a:pt x="835777" y="137860"/>
                </a:lnTo>
                <a:cubicBezTo>
                  <a:pt x="835777" y="156895"/>
                  <a:pt x="820346" y="172325"/>
                  <a:pt x="801312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75977" y="1849625"/>
            <a:ext cx="887474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184" y="2073648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High-performance, event-driven architecture. Excellent for I/O-intensive operations.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254" y="2383833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184" y="2452763"/>
            <a:ext cx="171463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Django/FastAPI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88601" y="2469996"/>
            <a:ext cx="628987" cy="172325"/>
          </a:xfrm>
          <a:custGeom>
            <a:avLst/>
            <a:gdLst/>
            <a:ahLst/>
            <a:cxnLst/>
            <a:rect l="l" t="t" r="r" b="b"/>
            <a:pathLst>
              <a:path w="628987" h="172325">
                <a:moveTo>
                  <a:pt x="34465" y="0"/>
                </a:moveTo>
                <a:lnTo>
                  <a:pt x="594522" y="0"/>
                </a:lnTo>
                <a:cubicBezTo>
                  <a:pt x="613556" y="0"/>
                  <a:pt x="628987" y="15431"/>
                  <a:pt x="628987" y="34465"/>
                </a:cubicBezTo>
                <a:lnTo>
                  <a:pt x="628987" y="137860"/>
                </a:lnTo>
                <a:cubicBezTo>
                  <a:pt x="628987" y="156895"/>
                  <a:pt x="613556" y="172325"/>
                  <a:pt x="594522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8601" y="2469996"/>
            <a:ext cx="680684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184" y="2694018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development, extensive libraries, strong enterprise adoption.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487" y="3032922"/>
            <a:ext cx="120628" cy="120628"/>
          </a:xfrm>
          <a:custGeom>
            <a:avLst/>
            <a:gdLst/>
            <a:ahLst/>
            <a:cxnLst/>
            <a:rect l="l" t="t" r="r" b="b"/>
            <a:pathLst>
              <a:path w="120628" h="120628">
                <a:moveTo>
                  <a:pt x="60314" y="120628"/>
                </a:moveTo>
                <a:cubicBezTo>
                  <a:pt x="93602" y="120628"/>
                  <a:pt x="120628" y="93602"/>
                  <a:pt x="120628" y="60314"/>
                </a:cubicBezTo>
                <a:cubicBezTo>
                  <a:pt x="120628" y="27026"/>
                  <a:pt x="93602" y="0"/>
                  <a:pt x="60314" y="0"/>
                </a:cubicBezTo>
                <a:cubicBezTo>
                  <a:pt x="27026" y="0"/>
                  <a:pt x="0" y="27026"/>
                  <a:pt x="0" y="60314"/>
                </a:cubicBezTo>
                <a:cubicBezTo>
                  <a:pt x="0" y="93602"/>
                  <a:pt x="27026" y="120628"/>
                  <a:pt x="60314" y="120628"/>
                </a:cubicBezTo>
                <a:close/>
                <a:moveTo>
                  <a:pt x="80198" y="50112"/>
                </a:moveTo>
                <a:lnTo>
                  <a:pt x="61350" y="80269"/>
                </a:lnTo>
                <a:cubicBezTo>
                  <a:pt x="60361" y="81848"/>
                  <a:pt x="58665" y="82837"/>
                  <a:pt x="56803" y="82931"/>
                </a:cubicBezTo>
                <a:cubicBezTo>
                  <a:pt x="54942" y="83026"/>
                  <a:pt x="53152" y="82178"/>
                  <a:pt x="52044" y="80670"/>
                </a:cubicBezTo>
                <a:lnTo>
                  <a:pt x="40735" y="65591"/>
                </a:lnTo>
                <a:cubicBezTo>
                  <a:pt x="38851" y="63094"/>
                  <a:pt x="39369" y="59560"/>
                  <a:pt x="41866" y="57675"/>
                </a:cubicBezTo>
                <a:cubicBezTo>
                  <a:pt x="44364" y="55790"/>
                  <a:pt x="47898" y="56309"/>
                  <a:pt x="49782" y="58806"/>
                </a:cubicBezTo>
                <a:lnTo>
                  <a:pt x="56144" y="67288"/>
                </a:lnTo>
                <a:lnTo>
                  <a:pt x="70610" y="44128"/>
                </a:lnTo>
                <a:cubicBezTo>
                  <a:pt x="72259" y="41489"/>
                  <a:pt x="75746" y="40665"/>
                  <a:pt x="78408" y="42337"/>
                </a:cubicBezTo>
                <a:cubicBezTo>
                  <a:pt x="81070" y="44010"/>
                  <a:pt x="81871" y="47474"/>
                  <a:pt x="80198" y="5013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6730" y="3004204"/>
            <a:ext cx="527561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Scalable, high-performance logic handling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8251" y="1105753"/>
            <a:ext cx="5675240" cy="2211505"/>
          </a:xfrm>
          <a:custGeom>
            <a:avLst/>
            <a:gdLst/>
            <a:ahLst/>
            <a:cxnLst/>
            <a:rect l="l" t="t" r="r" b="b"/>
            <a:pathLst>
              <a:path w="5675240" h="2211505">
                <a:moveTo>
                  <a:pt x="68933" y="0"/>
                </a:moveTo>
                <a:lnTo>
                  <a:pt x="5606307" y="0"/>
                </a:lnTo>
                <a:cubicBezTo>
                  <a:pt x="5644377" y="0"/>
                  <a:pt x="5675240" y="30862"/>
                  <a:pt x="5675240" y="68933"/>
                </a:cubicBezTo>
                <a:lnTo>
                  <a:pt x="5675240" y="2142573"/>
                </a:lnTo>
                <a:cubicBezTo>
                  <a:pt x="5675240" y="2180643"/>
                  <a:pt x="5644377" y="2211505"/>
                  <a:pt x="5606307" y="2211505"/>
                </a:cubicBezTo>
                <a:lnTo>
                  <a:pt x="68933" y="2211505"/>
                </a:lnTo>
                <a:cubicBezTo>
                  <a:pt x="30862" y="2211505"/>
                  <a:pt x="0" y="2180643"/>
                  <a:pt x="0" y="214257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8983" y="1246488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25302" y="134988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25958" y="1246488"/>
            <a:ext cx="159400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25958" y="1487743"/>
            <a:ext cx="1568158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Persistence &amp; Caching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8983" y="1763463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77913" y="1832393"/>
            <a:ext cx="86162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141715" y="1849625"/>
            <a:ext cx="491127" cy="172325"/>
          </a:xfrm>
          <a:custGeom>
            <a:avLst/>
            <a:gdLst/>
            <a:ahLst/>
            <a:cxnLst/>
            <a:rect l="l" t="t" r="r" b="b"/>
            <a:pathLst>
              <a:path w="491127" h="172325">
                <a:moveTo>
                  <a:pt x="34465" y="0"/>
                </a:moveTo>
                <a:lnTo>
                  <a:pt x="456661" y="0"/>
                </a:lnTo>
                <a:cubicBezTo>
                  <a:pt x="475696" y="0"/>
                  <a:pt x="491127" y="15431"/>
                  <a:pt x="491127" y="34465"/>
                </a:cubicBezTo>
                <a:lnTo>
                  <a:pt x="491127" y="137860"/>
                </a:lnTo>
                <a:cubicBezTo>
                  <a:pt x="491127" y="156895"/>
                  <a:pt x="475696" y="172325"/>
                  <a:pt x="456661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41715" y="1849625"/>
            <a:ext cx="542824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77913" y="2073648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ACID-compliant relational database for user data, content metadata, schedules.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8983" y="2383833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77913" y="2452763"/>
            <a:ext cx="448045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98977" y="2469996"/>
            <a:ext cx="439429" cy="172325"/>
          </a:xfrm>
          <a:custGeom>
            <a:avLst/>
            <a:gdLst/>
            <a:ahLst/>
            <a:cxnLst/>
            <a:rect l="l" t="t" r="r" b="b"/>
            <a:pathLst>
              <a:path w="439429" h="172325">
                <a:moveTo>
                  <a:pt x="34465" y="0"/>
                </a:moveTo>
                <a:lnTo>
                  <a:pt x="404964" y="0"/>
                </a:lnTo>
                <a:cubicBezTo>
                  <a:pt x="423998" y="0"/>
                  <a:pt x="439429" y="15431"/>
                  <a:pt x="439429" y="34465"/>
                </a:cubicBezTo>
                <a:lnTo>
                  <a:pt x="439429" y="137860"/>
                </a:lnTo>
                <a:cubicBezTo>
                  <a:pt x="439429" y="156895"/>
                  <a:pt x="423998" y="172325"/>
                  <a:pt x="404964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98977" y="2469996"/>
            <a:ext cx="491127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77913" y="2694018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data store for real-time state management, session caching, pub/sub.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6216" y="3032922"/>
            <a:ext cx="120628" cy="120628"/>
          </a:xfrm>
          <a:custGeom>
            <a:avLst/>
            <a:gdLst/>
            <a:ahLst/>
            <a:cxnLst/>
            <a:rect l="l" t="t" r="r" b="b"/>
            <a:pathLst>
              <a:path w="120628" h="120628">
                <a:moveTo>
                  <a:pt x="60314" y="120628"/>
                </a:moveTo>
                <a:cubicBezTo>
                  <a:pt x="93602" y="120628"/>
                  <a:pt x="120628" y="93602"/>
                  <a:pt x="120628" y="60314"/>
                </a:cubicBezTo>
                <a:cubicBezTo>
                  <a:pt x="120628" y="27026"/>
                  <a:pt x="93602" y="0"/>
                  <a:pt x="60314" y="0"/>
                </a:cubicBezTo>
                <a:cubicBezTo>
                  <a:pt x="27026" y="0"/>
                  <a:pt x="0" y="27026"/>
                  <a:pt x="0" y="60314"/>
                </a:cubicBezTo>
                <a:cubicBezTo>
                  <a:pt x="0" y="93602"/>
                  <a:pt x="27026" y="120628"/>
                  <a:pt x="60314" y="120628"/>
                </a:cubicBezTo>
                <a:close/>
                <a:moveTo>
                  <a:pt x="80198" y="50112"/>
                </a:moveTo>
                <a:lnTo>
                  <a:pt x="61350" y="80269"/>
                </a:lnTo>
                <a:cubicBezTo>
                  <a:pt x="60361" y="81848"/>
                  <a:pt x="58665" y="82837"/>
                  <a:pt x="56803" y="82931"/>
                </a:cubicBezTo>
                <a:cubicBezTo>
                  <a:pt x="54942" y="83026"/>
                  <a:pt x="53152" y="82178"/>
                  <a:pt x="52044" y="80670"/>
                </a:cubicBezTo>
                <a:lnTo>
                  <a:pt x="40735" y="65591"/>
                </a:lnTo>
                <a:cubicBezTo>
                  <a:pt x="38851" y="63094"/>
                  <a:pt x="39369" y="59560"/>
                  <a:pt x="41866" y="57675"/>
                </a:cubicBezTo>
                <a:cubicBezTo>
                  <a:pt x="44364" y="55790"/>
                  <a:pt x="47898" y="56309"/>
                  <a:pt x="49782" y="58806"/>
                </a:cubicBezTo>
                <a:lnTo>
                  <a:pt x="56144" y="67288"/>
                </a:lnTo>
                <a:lnTo>
                  <a:pt x="70610" y="44128"/>
                </a:lnTo>
                <a:cubicBezTo>
                  <a:pt x="72259" y="41489"/>
                  <a:pt x="75746" y="40665"/>
                  <a:pt x="78408" y="42337"/>
                </a:cubicBezTo>
                <a:cubicBezTo>
                  <a:pt x="81070" y="44010"/>
                  <a:pt x="81871" y="47474"/>
                  <a:pt x="80198" y="5013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87458" y="3004204"/>
            <a:ext cx="527561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data + real-time performance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7522" y="3460868"/>
            <a:ext cx="5675240" cy="2211505"/>
          </a:xfrm>
          <a:custGeom>
            <a:avLst/>
            <a:gdLst/>
            <a:ahLst/>
            <a:cxnLst/>
            <a:rect l="l" t="t" r="r" b="b"/>
            <a:pathLst>
              <a:path w="5675240" h="2211505">
                <a:moveTo>
                  <a:pt x="68933" y="0"/>
                </a:moveTo>
                <a:lnTo>
                  <a:pt x="5606307" y="0"/>
                </a:lnTo>
                <a:cubicBezTo>
                  <a:pt x="5644377" y="0"/>
                  <a:pt x="5675240" y="30862"/>
                  <a:pt x="5675240" y="68933"/>
                </a:cubicBezTo>
                <a:lnTo>
                  <a:pt x="5675240" y="2142573"/>
                </a:lnTo>
                <a:cubicBezTo>
                  <a:pt x="5675240" y="2180643"/>
                  <a:pt x="5644377" y="2211505"/>
                  <a:pt x="5606307" y="2211505"/>
                </a:cubicBezTo>
                <a:lnTo>
                  <a:pt x="68933" y="2211505"/>
                </a:lnTo>
                <a:cubicBezTo>
                  <a:pt x="30862" y="2211505"/>
                  <a:pt x="0" y="2180643"/>
                  <a:pt x="0" y="214257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8254" y="360159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78725" y="3704989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58160" y="193866"/>
                </a:moveTo>
                <a:cubicBezTo>
                  <a:pt x="26051" y="193866"/>
                  <a:pt x="0" y="167815"/>
                  <a:pt x="0" y="135706"/>
                </a:cubicBezTo>
                <a:cubicBezTo>
                  <a:pt x="0" y="110100"/>
                  <a:pt x="16559" y="88370"/>
                  <a:pt x="39541" y="80575"/>
                </a:cubicBezTo>
                <a:cubicBezTo>
                  <a:pt x="39015" y="77466"/>
                  <a:pt x="38773" y="74315"/>
                  <a:pt x="38773" y="71084"/>
                </a:cubicBezTo>
                <a:cubicBezTo>
                  <a:pt x="38773" y="38975"/>
                  <a:pt x="64824" y="12924"/>
                  <a:pt x="96933" y="12924"/>
                </a:cubicBezTo>
                <a:cubicBezTo>
                  <a:pt x="119308" y="12924"/>
                  <a:pt x="138735" y="25566"/>
                  <a:pt x="148469" y="44064"/>
                </a:cubicBezTo>
                <a:cubicBezTo>
                  <a:pt x="154204" y="40712"/>
                  <a:pt x="160909" y="38773"/>
                  <a:pt x="168017" y="38773"/>
                </a:cubicBezTo>
                <a:cubicBezTo>
                  <a:pt x="189423" y="38773"/>
                  <a:pt x="206790" y="56140"/>
                  <a:pt x="206790" y="77546"/>
                </a:cubicBezTo>
                <a:cubicBezTo>
                  <a:pt x="206790" y="83887"/>
                  <a:pt x="205255" y="89905"/>
                  <a:pt x="202549" y="95196"/>
                </a:cubicBezTo>
                <a:cubicBezTo>
                  <a:pt x="220320" y="103395"/>
                  <a:pt x="232639" y="121328"/>
                  <a:pt x="232639" y="142168"/>
                </a:cubicBezTo>
                <a:cubicBezTo>
                  <a:pt x="232639" y="170723"/>
                  <a:pt x="209496" y="193866"/>
                  <a:pt x="180941" y="193866"/>
                </a:cubicBezTo>
                <a:lnTo>
                  <a:pt x="58160" y="193866"/>
                </a:lnTo>
                <a:close/>
                <a:moveTo>
                  <a:pt x="123186" y="77142"/>
                </a:moveTo>
                <a:cubicBezTo>
                  <a:pt x="119389" y="73346"/>
                  <a:pt x="113250" y="73346"/>
                  <a:pt x="109494" y="77142"/>
                </a:cubicBezTo>
                <a:lnTo>
                  <a:pt x="80414" y="106222"/>
                </a:lnTo>
                <a:cubicBezTo>
                  <a:pt x="76617" y="110019"/>
                  <a:pt x="76617" y="116158"/>
                  <a:pt x="80414" y="119914"/>
                </a:cubicBezTo>
                <a:cubicBezTo>
                  <a:pt x="84210" y="123670"/>
                  <a:pt x="90350" y="123711"/>
                  <a:pt x="94106" y="119914"/>
                </a:cubicBezTo>
                <a:lnTo>
                  <a:pt x="106626" y="107394"/>
                </a:lnTo>
                <a:lnTo>
                  <a:pt x="106626" y="148630"/>
                </a:lnTo>
                <a:cubicBezTo>
                  <a:pt x="106626" y="154002"/>
                  <a:pt x="110948" y="158324"/>
                  <a:pt x="116319" y="158324"/>
                </a:cubicBezTo>
                <a:cubicBezTo>
                  <a:pt x="121691" y="158324"/>
                  <a:pt x="126013" y="154002"/>
                  <a:pt x="126013" y="148630"/>
                </a:cubicBezTo>
                <a:lnTo>
                  <a:pt x="126013" y="107394"/>
                </a:lnTo>
                <a:lnTo>
                  <a:pt x="138533" y="119914"/>
                </a:lnTo>
                <a:cubicBezTo>
                  <a:pt x="142330" y="123711"/>
                  <a:pt x="148469" y="123711"/>
                  <a:pt x="152225" y="119914"/>
                </a:cubicBezTo>
                <a:cubicBezTo>
                  <a:pt x="155981" y="116117"/>
                  <a:pt x="156022" y="109978"/>
                  <a:pt x="152225" y="106222"/>
                </a:cubicBezTo>
                <a:lnTo>
                  <a:pt x="123145" y="77142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230" y="3601594"/>
            <a:ext cx="126658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230" y="3842849"/>
            <a:ext cx="1240741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Asset Storage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8254" y="4118570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7184" y="4187500"/>
            <a:ext cx="59452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74763" y="4204732"/>
            <a:ext cx="542824" cy="172325"/>
          </a:xfrm>
          <a:custGeom>
            <a:avLst/>
            <a:gdLst/>
            <a:ahLst/>
            <a:cxnLst/>
            <a:rect l="l" t="t" r="r" b="b"/>
            <a:pathLst>
              <a:path w="542824" h="172325">
                <a:moveTo>
                  <a:pt x="34465" y="0"/>
                </a:moveTo>
                <a:lnTo>
                  <a:pt x="508359" y="0"/>
                </a:lnTo>
                <a:cubicBezTo>
                  <a:pt x="527394" y="0"/>
                  <a:pt x="542824" y="15431"/>
                  <a:pt x="542824" y="34465"/>
                </a:cubicBezTo>
                <a:lnTo>
                  <a:pt x="542824" y="137860"/>
                </a:lnTo>
                <a:cubicBezTo>
                  <a:pt x="542824" y="156895"/>
                  <a:pt x="527394" y="172325"/>
                  <a:pt x="508359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74763" y="4204732"/>
            <a:ext cx="594522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7184" y="4428755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Industry-leading object storage with 99.999999999% durability.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8254" y="4738940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7184" y="4807870"/>
            <a:ext cx="152507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Cloud Storage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74763" y="4825102"/>
            <a:ext cx="542824" cy="172325"/>
          </a:xfrm>
          <a:custGeom>
            <a:avLst/>
            <a:gdLst/>
            <a:ahLst/>
            <a:cxnLst/>
            <a:rect l="l" t="t" r="r" b="b"/>
            <a:pathLst>
              <a:path w="542824" h="172325">
                <a:moveTo>
                  <a:pt x="34465" y="0"/>
                </a:moveTo>
                <a:lnTo>
                  <a:pt x="508359" y="0"/>
                </a:lnTo>
                <a:cubicBezTo>
                  <a:pt x="527394" y="0"/>
                  <a:pt x="542824" y="15431"/>
                  <a:pt x="542824" y="34465"/>
                </a:cubicBezTo>
                <a:lnTo>
                  <a:pt x="542824" y="137860"/>
                </a:lnTo>
                <a:cubicBezTo>
                  <a:pt x="542824" y="156895"/>
                  <a:pt x="527394" y="172325"/>
                  <a:pt x="508359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74763" y="4825102"/>
            <a:ext cx="594522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57184" y="5049125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object storage with Nearline/Coldline cost optimization.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5487" y="5388037"/>
            <a:ext cx="120628" cy="120628"/>
          </a:xfrm>
          <a:custGeom>
            <a:avLst/>
            <a:gdLst/>
            <a:ahLst/>
            <a:cxnLst/>
            <a:rect l="l" t="t" r="r" b="b"/>
            <a:pathLst>
              <a:path w="120628" h="120628">
                <a:moveTo>
                  <a:pt x="60314" y="120628"/>
                </a:moveTo>
                <a:cubicBezTo>
                  <a:pt x="93602" y="120628"/>
                  <a:pt x="120628" y="93602"/>
                  <a:pt x="120628" y="60314"/>
                </a:cubicBezTo>
                <a:cubicBezTo>
                  <a:pt x="120628" y="27026"/>
                  <a:pt x="93602" y="0"/>
                  <a:pt x="60314" y="0"/>
                </a:cubicBezTo>
                <a:cubicBezTo>
                  <a:pt x="27026" y="0"/>
                  <a:pt x="0" y="27026"/>
                  <a:pt x="0" y="60314"/>
                </a:cubicBezTo>
                <a:cubicBezTo>
                  <a:pt x="0" y="93602"/>
                  <a:pt x="27026" y="120628"/>
                  <a:pt x="60314" y="120628"/>
                </a:cubicBezTo>
                <a:close/>
                <a:moveTo>
                  <a:pt x="80198" y="50112"/>
                </a:moveTo>
                <a:lnTo>
                  <a:pt x="61350" y="80269"/>
                </a:lnTo>
                <a:cubicBezTo>
                  <a:pt x="60361" y="81848"/>
                  <a:pt x="58665" y="82837"/>
                  <a:pt x="56803" y="82931"/>
                </a:cubicBezTo>
                <a:cubicBezTo>
                  <a:pt x="54942" y="83026"/>
                  <a:pt x="53152" y="82178"/>
                  <a:pt x="52044" y="80670"/>
                </a:cubicBezTo>
                <a:lnTo>
                  <a:pt x="40735" y="65591"/>
                </a:lnTo>
                <a:cubicBezTo>
                  <a:pt x="38851" y="63094"/>
                  <a:pt x="39369" y="59560"/>
                  <a:pt x="41866" y="57675"/>
                </a:cubicBezTo>
                <a:cubicBezTo>
                  <a:pt x="44364" y="55790"/>
                  <a:pt x="47898" y="56309"/>
                  <a:pt x="49782" y="58806"/>
                </a:cubicBezTo>
                <a:lnTo>
                  <a:pt x="56144" y="67288"/>
                </a:lnTo>
                <a:lnTo>
                  <a:pt x="70610" y="44128"/>
                </a:lnTo>
                <a:cubicBezTo>
                  <a:pt x="72259" y="41489"/>
                  <a:pt x="75746" y="40665"/>
                  <a:pt x="78408" y="42337"/>
                </a:cubicBezTo>
                <a:cubicBezTo>
                  <a:pt x="81070" y="44010"/>
                  <a:pt x="81871" y="47474"/>
                  <a:pt x="80198" y="5013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6730" y="5359310"/>
            <a:ext cx="527561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Secure, scalable, cost-effective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8251" y="3460868"/>
            <a:ext cx="5675240" cy="2211505"/>
          </a:xfrm>
          <a:custGeom>
            <a:avLst/>
            <a:gdLst/>
            <a:ahLst/>
            <a:cxnLst/>
            <a:rect l="l" t="t" r="r" b="b"/>
            <a:pathLst>
              <a:path w="5675240" h="2211505">
                <a:moveTo>
                  <a:pt x="68933" y="0"/>
                </a:moveTo>
                <a:lnTo>
                  <a:pt x="5606307" y="0"/>
                </a:lnTo>
                <a:cubicBezTo>
                  <a:pt x="5644377" y="0"/>
                  <a:pt x="5675240" y="30862"/>
                  <a:pt x="5675240" y="68933"/>
                </a:cubicBezTo>
                <a:lnTo>
                  <a:pt x="5675240" y="2142573"/>
                </a:lnTo>
                <a:cubicBezTo>
                  <a:pt x="5675240" y="2180643"/>
                  <a:pt x="5644377" y="2211505"/>
                  <a:pt x="5606307" y="2211505"/>
                </a:cubicBezTo>
                <a:lnTo>
                  <a:pt x="68933" y="2211505"/>
                </a:lnTo>
                <a:cubicBezTo>
                  <a:pt x="30862" y="2211505"/>
                  <a:pt x="0" y="2180643"/>
                  <a:pt x="0" y="214257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08983" y="360159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12378" y="370498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5849" y="12924"/>
                </a:moveTo>
                <a:cubicBezTo>
                  <a:pt x="11592" y="12924"/>
                  <a:pt x="0" y="24516"/>
                  <a:pt x="0" y="38773"/>
                </a:cubicBezTo>
                <a:lnTo>
                  <a:pt x="0" y="142168"/>
                </a:lnTo>
                <a:cubicBezTo>
                  <a:pt x="0" y="156425"/>
                  <a:pt x="11592" y="168017"/>
                  <a:pt x="25849" y="168017"/>
                </a:cubicBezTo>
                <a:lnTo>
                  <a:pt x="84008" y="168017"/>
                </a:lnTo>
                <a:lnTo>
                  <a:pt x="77546" y="187404"/>
                </a:lnTo>
                <a:lnTo>
                  <a:pt x="48466" y="187404"/>
                </a:lnTo>
                <a:cubicBezTo>
                  <a:pt x="43095" y="187404"/>
                  <a:pt x="38773" y="191725"/>
                  <a:pt x="38773" y="197097"/>
                </a:cubicBezTo>
                <a:cubicBezTo>
                  <a:pt x="38773" y="202469"/>
                  <a:pt x="43095" y="206790"/>
                  <a:pt x="48466" y="206790"/>
                </a:cubicBezTo>
                <a:lnTo>
                  <a:pt x="158324" y="206790"/>
                </a:lnTo>
                <a:cubicBezTo>
                  <a:pt x="163695" y="206790"/>
                  <a:pt x="168017" y="202469"/>
                  <a:pt x="168017" y="197097"/>
                </a:cubicBezTo>
                <a:cubicBezTo>
                  <a:pt x="168017" y="191725"/>
                  <a:pt x="163695" y="187404"/>
                  <a:pt x="158324" y="187404"/>
                </a:cubicBezTo>
                <a:lnTo>
                  <a:pt x="129244" y="187404"/>
                </a:lnTo>
                <a:lnTo>
                  <a:pt x="122782" y="168017"/>
                </a:lnTo>
                <a:lnTo>
                  <a:pt x="180941" y="168017"/>
                </a:lnTo>
                <a:cubicBezTo>
                  <a:pt x="195199" y="168017"/>
                  <a:pt x="206790" y="156425"/>
                  <a:pt x="206790" y="142168"/>
                </a:cubicBezTo>
                <a:lnTo>
                  <a:pt x="206790" y="38773"/>
                </a:lnTo>
                <a:cubicBezTo>
                  <a:pt x="206790" y="24516"/>
                  <a:pt x="195199" y="12924"/>
                  <a:pt x="180941" y="12924"/>
                </a:cubicBezTo>
                <a:lnTo>
                  <a:pt x="25849" y="12924"/>
                </a:lnTo>
                <a:close/>
                <a:moveTo>
                  <a:pt x="38773" y="38773"/>
                </a:moveTo>
                <a:lnTo>
                  <a:pt x="168017" y="38773"/>
                </a:lnTo>
                <a:cubicBezTo>
                  <a:pt x="175166" y="38773"/>
                  <a:pt x="180941" y="44549"/>
                  <a:pt x="180941" y="51698"/>
                </a:cubicBezTo>
                <a:lnTo>
                  <a:pt x="180941" y="116319"/>
                </a:lnTo>
                <a:cubicBezTo>
                  <a:pt x="180941" y="123468"/>
                  <a:pt x="175166" y="129244"/>
                  <a:pt x="168017" y="129244"/>
                </a:cubicBezTo>
                <a:lnTo>
                  <a:pt x="38773" y="129244"/>
                </a:lnTo>
                <a:cubicBezTo>
                  <a:pt x="31624" y="129244"/>
                  <a:pt x="25849" y="123468"/>
                  <a:pt x="25849" y="116319"/>
                </a:cubicBezTo>
                <a:lnTo>
                  <a:pt x="25849" y="51698"/>
                </a:lnTo>
                <a:cubicBezTo>
                  <a:pt x="25849" y="44549"/>
                  <a:pt x="31624" y="38773"/>
                  <a:pt x="38773" y="38773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25958" y="3601594"/>
            <a:ext cx="126658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Frontend CMS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25958" y="3842849"/>
            <a:ext cx="1240741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8983" y="4118570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77913" y="4187500"/>
            <a:ext cx="59452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095492" y="4204732"/>
            <a:ext cx="542824" cy="172325"/>
          </a:xfrm>
          <a:custGeom>
            <a:avLst/>
            <a:gdLst/>
            <a:ahLst/>
            <a:cxnLst/>
            <a:rect l="l" t="t" r="r" b="b"/>
            <a:pathLst>
              <a:path w="542824" h="172325">
                <a:moveTo>
                  <a:pt x="34465" y="0"/>
                </a:moveTo>
                <a:lnTo>
                  <a:pt x="508359" y="0"/>
                </a:lnTo>
                <a:cubicBezTo>
                  <a:pt x="527394" y="0"/>
                  <a:pt x="542824" y="15431"/>
                  <a:pt x="542824" y="34465"/>
                </a:cubicBezTo>
                <a:lnTo>
                  <a:pt x="542824" y="137860"/>
                </a:lnTo>
                <a:cubicBezTo>
                  <a:pt x="542824" y="156895"/>
                  <a:pt x="527394" y="172325"/>
                  <a:pt x="508359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095492" y="4204732"/>
            <a:ext cx="594522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A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77913" y="4428755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architecture, extensive ecosystem, enterprise-proven.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08983" y="4738940"/>
            <a:ext cx="5393775" cy="551440"/>
          </a:xfrm>
          <a:custGeom>
            <a:avLst/>
            <a:gdLst/>
            <a:ahLst/>
            <a:cxnLst/>
            <a:rect l="l" t="t" r="r" b="b"/>
            <a:pathLst>
              <a:path w="5393775" h="551440">
                <a:moveTo>
                  <a:pt x="34465" y="0"/>
                </a:moveTo>
                <a:lnTo>
                  <a:pt x="5359310" y="0"/>
                </a:lnTo>
                <a:cubicBezTo>
                  <a:pt x="5378345" y="0"/>
                  <a:pt x="5393775" y="15431"/>
                  <a:pt x="5393775" y="34465"/>
                </a:cubicBezTo>
                <a:lnTo>
                  <a:pt x="5393775" y="516975"/>
                </a:lnTo>
                <a:cubicBezTo>
                  <a:pt x="5393775" y="536010"/>
                  <a:pt x="5378345" y="551440"/>
                  <a:pt x="5359310" y="551440"/>
                </a:cubicBezTo>
                <a:lnTo>
                  <a:pt x="34465" y="551440"/>
                </a:lnTo>
                <a:cubicBezTo>
                  <a:pt x="15431" y="551440"/>
                  <a:pt x="0" y="536010"/>
                  <a:pt x="0" y="51697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77913" y="4807870"/>
            <a:ext cx="47389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Vue.js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095492" y="4825102"/>
            <a:ext cx="542824" cy="172325"/>
          </a:xfrm>
          <a:custGeom>
            <a:avLst/>
            <a:gdLst/>
            <a:ahLst/>
            <a:cxnLst/>
            <a:rect l="l" t="t" r="r" b="b"/>
            <a:pathLst>
              <a:path w="542824" h="172325">
                <a:moveTo>
                  <a:pt x="34465" y="0"/>
                </a:moveTo>
                <a:lnTo>
                  <a:pt x="508359" y="0"/>
                </a:lnTo>
                <a:cubicBezTo>
                  <a:pt x="527394" y="0"/>
                  <a:pt x="542824" y="15431"/>
                  <a:pt x="542824" y="34465"/>
                </a:cubicBezTo>
                <a:lnTo>
                  <a:pt x="542824" y="137860"/>
                </a:lnTo>
                <a:cubicBezTo>
                  <a:pt x="542824" y="156895"/>
                  <a:pt x="527394" y="172325"/>
                  <a:pt x="508359" y="172325"/>
                </a:cubicBezTo>
                <a:lnTo>
                  <a:pt x="34465" y="172325"/>
                </a:lnTo>
                <a:cubicBezTo>
                  <a:pt x="15443" y="172325"/>
                  <a:pt x="0" y="156882"/>
                  <a:pt x="0" y="137860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1095492" y="4825102"/>
            <a:ext cx="594522" cy="172325"/>
          </a:xfrm>
          <a:prstGeom prst="rect">
            <a:avLst/>
          </a:prstGeom>
          <a:noFill/>
          <a:ln/>
        </p:spPr>
        <p:txBody>
          <a:bodyPr wrap="square" lIns="68930" tIns="17233" rIns="68930" bIns="17233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B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77913" y="5049125"/>
            <a:ext cx="53162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framework, gentle learning curve, excellent performance.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26216" y="5388037"/>
            <a:ext cx="120628" cy="120628"/>
          </a:xfrm>
          <a:custGeom>
            <a:avLst/>
            <a:gdLst/>
            <a:ahLst/>
            <a:cxnLst/>
            <a:rect l="l" t="t" r="r" b="b"/>
            <a:pathLst>
              <a:path w="120628" h="120628">
                <a:moveTo>
                  <a:pt x="60314" y="120628"/>
                </a:moveTo>
                <a:cubicBezTo>
                  <a:pt x="93602" y="120628"/>
                  <a:pt x="120628" y="93602"/>
                  <a:pt x="120628" y="60314"/>
                </a:cubicBezTo>
                <a:cubicBezTo>
                  <a:pt x="120628" y="27026"/>
                  <a:pt x="93602" y="0"/>
                  <a:pt x="60314" y="0"/>
                </a:cubicBezTo>
                <a:cubicBezTo>
                  <a:pt x="27026" y="0"/>
                  <a:pt x="0" y="27026"/>
                  <a:pt x="0" y="60314"/>
                </a:cubicBezTo>
                <a:cubicBezTo>
                  <a:pt x="0" y="93602"/>
                  <a:pt x="27026" y="120628"/>
                  <a:pt x="60314" y="120628"/>
                </a:cubicBezTo>
                <a:close/>
                <a:moveTo>
                  <a:pt x="80198" y="50112"/>
                </a:moveTo>
                <a:lnTo>
                  <a:pt x="61350" y="80269"/>
                </a:lnTo>
                <a:cubicBezTo>
                  <a:pt x="60361" y="81848"/>
                  <a:pt x="58665" y="82837"/>
                  <a:pt x="56803" y="82931"/>
                </a:cubicBezTo>
                <a:cubicBezTo>
                  <a:pt x="54942" y="83026"/>
                  <a:pt x="53152" y="82178"/>
                  <a:pt x="52044" y="80670"/>
                </a:cubicBezTo>
                <a:lnTo>
                  <a:pt x="40735" y="65591"/>
                </a:lnTo>
                <a:cubicBezTo>
                  <a:pt x="38851" y="63094"/>
                  <a:pt x="39369" y="59560"/>
                  <a:pt x="41866" y="57675"/>
                </a:cubicBezTo>
                <a:cubicBezTo>
                  <a:pt x="44364" y="55790"/>
                  <a:pt x="47898" y="56309"/>
                  <a:pt x="49782" y="58806"/>
                </a:cubicBezTo>
                <a:lnTo>
                  <a:pt x="56144" y="67288"/>
                </a:lnTo>
                <a:lnTo>
                  <a:pt x="70610" y="44128"/>
                </a:lnTo>
                <a:cubicBezTo>
                  <a:pt x="72259" y="41489"/>
                  <a:pt x="75746" y="40665"/>
                  <a:pt x="78408" y="42337"/>
                </a:cubicBezTo>
                <a:cubicBezTo>
                  <a:pt x="81070" y="44010"/>
                  <a:pt x="81871" y="47474"/>
                  <a:pt x="80198" y="50136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487458" y="5359310"/>
            <a:ext cx="527561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drag-and-drop interface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7522" y="5781510"/>
            <a:ext cx="11499828" cy="729510"/>
          </a:xfrm>
          <a:custGeom>
            <a:avLst/>
            <a:gdLst/>
            <a:ahLst/>
            <a:cxnLst/>
            <a:rect l="l" t="t" r="r" b="b"/>
            <a:pathLst>
              <a:path w="11499828" h="729510">
                <a:moveTo>
                  <a:pt x="68931" y="0"/>
                </a:moveTo>
                <a:lnTo>
                  <a:pt x="11430896" y="0"/>
                </a:lnTo>
                <a:cubicBezTo>
                  <a:pt x="11468966" y="0"/>
                  <a:pt x="11499828" y="30862"/>
                  <a:pt x="11499828" y="68931"/>
                </a:cubicBezTo>
                <a:lnTo>
                  <a:pt x="11499828" y="660578"/>
                </a:lnTo>
                <a:cubicBezTo>
                  <a:pt x="11499828" y="698648"/>
                  <a:pt x="11468966" y="729510"/>
                  <a:pt x="11430896" y="729510"/>
                </a:cubicBezTo>
                <a:lnTo>
                  <a:pt x="68931" y="729510"/>
                </a:lnTo>
                <a:cubicBezTo>
                  <a:pt x="30862" y="729510"/>
                  <a:pt x="0" y="698648"/>
                  <a:pt x="0" y="660578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88254" y="59394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04574" y="604287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36837" y="-3998"/>
                </a:moveTo>
                <a:cubicBezTo>
                  <a:pt x="141643" y="-525"/>
                  <a:pt x="143420" y="5776"/>
                  <a:pt x="141239" y="11268"/>
                </a:cubicBezTo>
                <a:lnTo>
                  <a:pt x="109575" y="90471"/>
                </a:lnTo>
                <a:lnTo>
                  <a:pt x="168017" y="90471"/>
                </a:lnTo>
                <a:cubicBezTo>
                  <a:pt x="173469" y="90471"/>
                  <a:pt x="178316" y="93863"/>
                  <a:pt x="180174" y="98993"/>
                </a:cubicBezTo>
                <a:cubicBezTo>
                  <a:pt x="182032" y="104122"/>
                  <a:pt x="180457" y="109857"/>
                  <a:pt x="176297" y="113331"/>
                </a:cubicBezTo>
                <a:lnTo>
                  <a:pt x="59977" y="210264"/>
                </a:lnTo>
                <a:cubicBezTo>
                  <a:pt x="55413" y="214060"/>
                  <a:pt x="48911" y="214262"/>
                  <a:pt x="44104" y="210789"/>
                </a:cubicBezTo>
                <a:cubicBezTo>
                  <a:pt x="39298" y="207315"/>
                  <a:pt x="37521" y="201015"/>
                  <a:pt x="39702" y="195522"/>
                </a:cubicBezTo>
                <a:lnTo>
                  <a:pt x="71367" y="116319"/>
                </a:lnTo>
                <a:lnTo>
                  <a:pt x="12924" y="116319"/>
                </a:lnTo>
                <a:cubicBezTo>
                  <a:pt x="7472" y="116319"/>
                  <a:pt x="2625" y="112927"/>
                  <a:pt x="767" y="107797"/>
                </a:cubicBezTo>
                <a:cubicBezTo>
                  <a:pt x="-1090" y="102668"/>
                  <a:pt x="485" y="96933"/>
                  <a:pt x="4645" y="93459"/>
                </a:cubicBezTo>
                <a:lnTo>
                  <a:pt x="120964" y="-3473"/>
                </a:lnTo>
                <a:cubicBezTo>
                  <a:pt x="125528" y="-7270"/>
                  <a:pt x="132031" y="-7472"/>
                  <a:pt x="136837" y="-3998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39695" y="5922244"/>
            <a:ext cx="10744469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1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Communication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39695" y="6215197"/>
            <a:ext cx="563288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A: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576236" y="6215197"/>
            <a:ext cx="777617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2327107" y="6215197"/>
            <a:ext cx="2956722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Bidirectional, low-latency, ideal for instant overrides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430305" y="6215197"/>
            <a:ext cx="563288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B: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966846" y="6215197"/>
            <a:ext cx="851304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Firebase FCM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791404" y="6215197"/>
            <a:ext cx="3050872" cy="13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Managed service, push notifications, easy integration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77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kern="0" spc="54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614723"/>
            <a:ext cx="11662655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Network &amp; Hardware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359" y="1095686"/>
            <a:ext cx="7536045" cy="2669490"/>
          </a:xfrm>
          <a:custGeom>
            <a:avLst/>
            <a:gdLst/>
            <a:ahLst/>
            <a:cxnLst/>
            <a:rect l="l" t="t" r="r" b="b"/>
            <a:pathLst>
              <a:path w="7536045" h="2669490">
                <a:moveTo>
                  <a:pt x="68312" y="0"/>
                </a:moveTo>
                <a:lnTo>
                  <a:pt x="7467733" y="0"/>
                </a:lnTo>
                <a:cubicBezTo>
                  <a:pt x="7505460" y="0"/>
                  <a:pt x="7536045" y="30584"/>
                  <a:pt x="7536045" y="68312"/>
                </a:cubicBezTo>
                <a:lnTo>
                  <a:pt x="7536045" y="2601178"/>
                </a:lnTo>
                <a:cubicBezTo>
                  <a:pt x="7536045" y="2638906"/>
                  <a:pt x="7505460" y="2669490"/>
                  <a:pt x="7467733" y="2669490"/>
                </a:cubicBezTo>
                <a:lnTo>
                  <a:pt x="68312" y="2669490"/>
                </a:lnTo>
                <a:cubicBezTo>
                  <a:pt x="30584" y="2669490"/>
                  <a:pt x="0" y="2638906"/>
                  <a:pt x="0" y="2601178"/>
                </a:cubicBezTo>
                <a:lnTo>
                  <a:pt x="0" y="68312"/>
                </a:lnTo>
                <a:cubicBezTo>
                  <a:pt x="0" y="30584"/>
                  <a:pt x="30584" y="0"/>
                  <a:pt x="68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7961" y="1269291"/>
            <a:ext cx="478118" cy="478118"/>
          </a:xfrm>
          <a:custGeom>
            <a:avLst/>
            <a:gdLst/>
            <a:ahLst/>
            <a:cxnLst/>
            <a:rect l="l" t="t" r="r" b="b"/>
            <a:pathLst>
              <a:path w="478118" h="478118">
                <a:moveTo>
                  <a:pt x="239059" y="0"/>
                </a:moveTo>
                <a:lnTo>
                  <a:pt x="239059" y="0"/>
                </a:lnTo>
                <a:cubicBezTo>
                  <a:pt x="370999" y="0"/>
                  <a:pt x="478118" y="107119"/>
                  <a:pt x="478118" y="239059"/>
                </a:cubicBezTo>
                <a:lnTo>
                  <a:pt x="478118" y="239059"/>
                </a:lnTo>
                <a:cubicBezTo>
                  <a:pt x="478118" y="370999"/>
                  <a:pt x="370999" y="478118"/>
                  <a:pt x="239059" y="478118"/>
                </a:cubicBezTo>
                <a:lnTo>
                  <a:pt x="239059" y="478118"/>
                </a:lnTo>
                <a:cubicBezTo>
                  <a:pt x="107119" y="478118"/>
                  <a:pt x="0" y="370999"/>
                  <a:pt x="0" y="239059"/>
                </a:cubicBezTo>
                <a:lnTo>
                  <a:pt x="0" y="239059"/>
                </a:lnTo>
                <a:cubicBezTo>
                  <a:pt x="0" y="107119"/>
                  <a:pt x="107119" y="0"/>
                  <a:pt x="239059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759" y="1405896"/>
            <a:ext cx="230521" cy="204908"/>
          </a:xfrm>
          <a:custGeom>
            <a:avLst/>
            <a:gdLst/>
            <a:ahLst/>
            <a:cxnLst/>
            <a:rect l="l" t="t" r="r" b="b"/>
            <a:pathLst>
              <a:path w="230521" h="204908">
                <a:moveTo>
                  <a:pt x="25613" y="38420"/>
                </a:moveTo>
                <a:lnTo>
                  <a:pt x="25613" y="134471"/>
                </a:lnTo>
                <a:lnTo>
                  <a:pt x="204908" y="134471"/>
                </a:lnTo>
                <a:lnTo>
                  <a:pt x="204908" y="38420"/>
                </a:lnTo>
                <a:lnTo>
                  <a:pt x="25613" y="38420"/>
                </a:lnTo>
                <a:close/>
                <a:moveTo>
                  <a:pt x="0" y="38420"/>
                </a:moveTo>
                <a:cubicBezTo>
                  <a:pt x="0" y="24293"/>
                  <a:pt x="11486" y="12807"/>
                  <a:pt x="25613" y="12807"/>
                </a:cubicBezTo>
                <a:lnTo>
                  <a:pt x="204908" y="12807"/>
                </a:lnTo>
                <a:cubicBezTo>
                  <a:pt x="219035" y="12807"/>
                  <a:pt x="230521" y="24293"/>
                  <a:pt x="230521" y="38420"/>
                </a:cubicBezTo>
                <a:lnTo>
                  <a:pt x="230521" y="134471"/>
                </a:lnTo>
                <a:cubicBezTo>
                  <a:pt x="230521" y="148598"/>
                  <a:pt x="219035" y="160084"/>
                  <a:pt x="204908" y="160084"/>
                </a:cubicBezTo>
                <a:lnTo>
                  <a:pt x="25613" y="160084"/>
                </a:lnTo>
                <a:cubicBezTo>
                  <a:pt x="11486" y="160084"/>
                  <a:pt x="0" y="148598"/>
                  <a:pt x="0" y="134471"/>
                </a:cubicBezTo>
                <a:lnTo>
                  <a:pt x="0" y="38420"/>
                </a:lnTo>
                <a:close/>
                <a:moveTo>
                  <a:pt x="64034" y="179294"/>
                </a:moveTo>
                <a:lnTo>
                  <a:pt x="166487" y="179294"/>
                </a:lnTo>
                <a:cubicBezTo>
                  <a:pt x="173571" y="179294"/>
                  <a:pt x="179294" y="185017"/>
                  <a:pt x="179294" y="192101"/>
                </a:cubicBezTo>
                <a:cubicBezTo>
                  <a:pt x="179294" y="199185"/>
                  <a:pt x="173571" y="204908"/>
                  <a:pt x="166487" y="204908"/>
                </a:cubicBezTo>
                <a:lnTo>
                  <a:pt x="64034" y="204908"/>
                </a:lnTo>
                <a:cubicBezTo>
                  <a:pt x="56950" y="204908"/>
                  <a:pt x="51227" y="199185"/>
                  <a:pt x="51227" y="192101"/>
                </a:cubicBezTo>
                <a:cubicBezTo>
                  <a:pt x="51227" y="185017"/>
                  <a:pt x="56950" y="179294"/>
                  <a:pt x="64034" y="179294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2684" y="1371745"/>
            <a:ext cx="2484504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Hardware Specifications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5036" y="1884014"/>
            <a:ext cx="7171765" cy="887933"/>
          </a:xfrm>
          <a:custGeom>
            <a:avLst/>
            <a:gdLst/>
            <a:ahLst/>
            <a:cxnLst/>
            <a:rect l="l" t="t" r="r" b="b"/>
            <a:pathLst>
              <a:path w="7171765" h="887933">
                <a:moveTo>
                  <a:pt x="34151" y="0"/>
                </a:moveTo>
                <a:lnTo>
                  <a:pt x="7103465" y="0"/>
                </a:lnTo>
                <a:cubicBezTo>
                  <a:pt x="7141186" y="0"/>
                  <a:pt x="7171765" y="30579"/>
                  <a:pt x="7171765" y="68300"/>
                </a:cubicBezTo>
                <a:lnTo>
                  <a:pt x="7171765" y="819633"/>
                </a:lnTo>
                <a:cubicBezTo>
                  <a:pt x="7171765" y="857354"/>
                  <a:pt x="7141186" y="887933"/>
                  <a:pt x="7103465" y="887933"/>
                </a:cubicBezTo>
                <a:lnTo>
                  <a:pt x="34151" y="887933"/>
                </a:lnTo>
                <a:cubicBezTo>
                  <a:pt x="15290" y="887933"/>
                  <a:pt x="0" y="872643"/>
                  <a:pt x="0" y="853782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5036" y="1884014"/>
            <a:ext cx="34151" cy="887933"/>
          </a:xfrm>
          <a:custGeom>
            <a:avLst/>
            <a:gdLst/>
            <a:ahLst/>
            <a:cxnLst/>
            <a:rect l="l" t="t" r="r" b="b"/>
            <a:pathLst>
              <a:path w="34151" h="887933">
                <a:moveTo>
                  <a:pt x="34151" y="0"/>
                </a:moveTo>
                <a:lnTo>
                  <a:pt x="34151" y="0"/>
                </a:lnTo>
                <a:lnTo>
                  <a:pt x="34151" y="887933"/>
                </a:lnTo>
                <a:lnTo>
                  <a:pt x="34151" y="887933"/>
                </a:lnTo>
                <a:cubicBezTo>
                  <a:pt x="15290" y="887933"/>
                  <a:pt x="0" y="872643"/>
                  <a:pt x="0" y="853782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4566" y="2003543"/>
            <a:ext cx="175025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Requirements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16164" y="1986468"/>
            <a:ext cx="691563" cy="239059"/>
          </a:xfrm>
          <a:custGeom>
            <a:avLst/>
            <a:gdLst/>
            <a:ahLst/>
            <a:cxnLst/>
            <a:rect l="l" t="t" r="r" b="b"/>
            <a:pathLst>
              <a:path w="691563" h="239059">
                <a:moveTo>
                  <a:pt x="34152" y="0"/>
                </a:moveTo>
                <a:lnTo>
                  <a:pt x="657411" y="0"/>
                </a:lnTo>
                <a:cubicBezTo>
                  <a:pt x="676273" y="0"/>
                  <a:pt x="691563" y="15290"/>
                  <a:pt x="691563" y="34152"/>
                </a:cubicBezTo>
                <a:lnTo>
                  <a:pt x="691563" y="204907"/>
                </a:lnTo>
                <a:cubicBezTo>
                  <a:pt x="691563" y="223768"/>
                  <a:pt x="676273" y="239059"/>
                  <a:pt x="657411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16164" y="1986468"/>
            <a:ext cx="751328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1642" y="2285291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59765" y="119529"/>
                </a:moveTo>
                <a:cubicBezTo>
                  <a:pt x="92750" y="119529"/>
                  <a:pt x="119529" y="92750"/>
                  <a:pt x="119529" y="59765"/>
                </a:cubicBezTo>
                <a:cubicBezTo>
                  <a:pt x="119529" y="26780"/>
                  <a:pt x="92750" y="0"/>
                  <a:pt x="59765" y="0"/>
                </a:cubicBezTo>
                <a:cubicBezTo>
                  <a:pt x="26780" y="0"/>
                  <a:pt x="0" y="26780"/>
                  <a:pt x="0" y="59765"/>
                </a:cubicBezTo>
                <a:cubicBezTo>
                  <a:pt x="0" y="92750"/>
                  <a:pt x="26780" y="119529"/>
                  <a:pt x="59765" y="119529"/>
                </a:cubicBezTo>
                <a:close/>
                <a:moveTo>
                  <a:pt x="79468" y="49656"/>
                </a:moveTo>
                <a:lnTo>
                  <a:pt x="60792" y="79538"/>
                </a:lnTo>
                <a:cubicBezTo>
                  <a:pt x="59811" y="81103"/>
                  <a:pt x="58131" y="82083"/>
                  <a:pt x="56286" y="82176"/>
                </a:cubicBezTo>
                <a:cubicBezTo>
                  <a:pt x="54442" y="82270"/>
                  <a:pt x="52668" y="81429"/>
                  <a:pt x="51570" y="79935"/>
                </a:cubicBezTo>
                <a:lnTo>
                  <a:pt x="40365" y="64994"/>
                </a:lnTo>
                <a:cubicBezTo>
                  <a:pt x="38497" y="62519"/>
                  <a:pt x="39010" y="59018"/>
                  <a:pt x="41485" y="57150"/>
                </a:cubicBezTo>
                <a:cubicBezTo>
                  <a:pt x="43960" y="55282"/>
                  <a:pt x="47462" y="55796"/>
                  <a:pt x="49329" y="58271"/>
                </a:cubicBezTo>
                <a:lnTo>
                  <a:pt x="55633" y="66675"/>
                </a:lnTo>
                <a:lnTo>
                  <a:pt x="69967" y="43726"/>
                </a:lnTo>
                <a:cubicBezTo>
                  <a:pt x="71601" y="41112"/>
                  <a:pt x="75056" y="40294"/>
                  <a:pt x="77694" y="41952"/>
                </a:cubicBezTo>
                <a:cubicBezTo>
                  <a:pt x="80332" y="43610"/>
                  <a:pt x="81126" y="47041"/>
                  <a:pt x="7946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2280" y="2259678"/>
            <a:ext cx="121237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9.0+ (API 28)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81573" y="2285291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59765" y="119529"/>
                </a:moveTo>
                <a:cubicBezTo>
                  <a:pt x="92750" y="119529"/>
                  <a:pt x="119529" y="92750"/>
                  <a:pt x="119529" y="59765"/>
                </a:cubicBezTo>
                <a:cubicBezTo>
                  <a:pt x="119529" y="26780"/>
                  <a:pt x="92750" y="0"/>
                  <a:pt x="59765" y="0"/>
                </a:cubicBezTo>
                <a:cubicBezTo>
                  <a:pt x="26780" y="0"/>
                  <a:pt x="0" y="26780"/>
                  <a:pt x="0" y="59765"/>
                </a:cubicBezTo>
                <a:cubicBezTo>
                  <a:pt x="0" y="92750"/>
                  <a:pt x="26780" y="119529"/>
                  <a:pt x="59765" y="119529"/>
                </a:cubicBezTo>
                <a:close/>
                <a:moveTo>
                  <a:pt x="79468" y="49656"/>
                </a:moveTo>
                <a:lnTo>
                  <a:pt x="60792" y="79538"/>
                </a:lnTo>
                <a:cubicBezTo>
                  <a:pt x="59811" y="81103"/>
                  <a:pt x="58131" y="82083"/>
                  <a:pt x="56286" y="82176"/>
                </a:cubicBezTo>
                <a:cubicBezTo>
                  <a:pt x="54442" y="82270"/>
                  <a:pt x="52668" y="81429"/>
                  <a:pt x="51570" y="79935"/>
                </a:cubicBezTo>
                <a:lnTo>
                  <a:pt x="40365" y="64994"/>
                </a:lnTo>
                <a:cubicBezTo>
                  <a:pt x="38497" y="62519"/>
                  <a:pt x="39010" y="59018"/>
                  <a:pt x="41485" y="57150"/>
                </a:cubicBezTo>
                <a:cubicBezTo>
                  <a:pt x="43960" y="55282"/>
                  <a:pt x="47462" y="55796"/>
                  <a:pt x="49329" y="58271"/>
                </a:cubicBezTo>
                <a:lnTo>
                  <a:pt x="55633" y="66675"/>
                </a:lnTo>
                <a:lnTo>
                  <a:pt x="69967" y="43726"/>
                </a:lnTo>
                <a:cubicBezTo>
                  <a:pt x="71601" y="41112"/>
                  <a:pt x="75056" y="40294"/>
                  <a:pt x="77694" y="41952"/>
                </a:cubicBezTo>
                <a:cubicBezTo>
                  <a:pt x="80332" y="43610"/>
                  <a:pt x="81126" y="47041"/>
                  <a:pt x="7946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2212" y="2259678"/>
            <a:ext cx="122944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8GB+ internal storage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1642" y="252435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59765" y="119529"/>
                </a:moveTo>
                <a:cubicBezTo>
                  <a:pt x="92750" y="119529"/>
                  <a:pt x="119529" y="92750"/>
                  <a:pt x="119529" y="59765"/>
                </a:cubicBezTo>
                <a:cubicBezTo>
                  <a:pt x="119529" y="26780"/>
                  <a:pt x="92750" y="0"/>
                  <a:pt x="59765" y="0"/>
                </a:cubicBezTo>
                <a:cubicBezTo>
                  <a:pt x="26780" y="0"/>
                  <a:pt x="0" y="26780"/>
                  <a:pt x="0" y="59765"/>
                </a:cubicBezTo>
                <a:cubicBezTo>
                  <a:pt x="0" y="92750"/>
                  <a:pt x="26780" y="119529"/>
                  <a:pt x="59765" y="119529"/>
                </a:cubicBezTo>
                <a:close/>
                <a:moveTo>
                  <a:pt x="79468" y="49656"/>
                </a:moveTo>
                <a:lnTo>
                  <a:pt x="60792" y="79538"/>
                </a:lnTo>
                <a:cubicBezTo>
                  <a:pt x="59811" y="81103"/>
                  <a:pt x="58131" y="82083"/>
                  <a:pt x="56286" y="82176"/>
                </a:cubicBezTo>
                <a:cubicBezTo>
                  <a:pt x="54442" y="82270"/>
                  <a:pt x="52668" y="81429"/>
                  <a:pt x="51570" y="79935"/>
                </a:cubicBezTo>
                <a:lnTo>
                  <a:pt x="40365" y="64994"/>
                </a:lnTo>
                <a:cubicBezTo>
                  <a:pt x="38497" y="62519"/>
                  <a:pt x="39010" y="59018"/>
                  <a:pt x="41485" y="57150"/>
                </a:cubicBezTo>
                <a:cubicBezTo>
                  <a:pt x="43960" y="55282"/>
                  <a:pt x="47462" y="55796"/>
                  <a:pt x="49329" y="58271"/>
                </a:cubicBezTo>
                <a:lnTo>
                  <a:pt x="55633" y="66675"/>
                </a:lnTo>
                <a:lnTo>
                  <a:pt x="69967" y="43726"/>
                </a:lnTo>
                <a:cubicBezTo>
                  <a:pt x="71601" y="41112"/>
                  <a:pt x="75056" y="40294"/>
                  <a:pt x="77694" y="41952"/>
                </a:cubicBezTo>
                <a:cubicBezTo>
                  <a:pt x="80332" y="43610"/>
                  <a:pt x="81126" y="47041"/>
                  <a:pt x="7946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2280" y="2498737"/>
            <a:ext cx="66595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2GB+ RAM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81573" y="252435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59765" y="119529"/>
                </a:moveTo>
                <a:cubicBezTo>
                  <a:pt x="92750" y="119529"/>
                  <a:pt x="119529" y="92750"/>
                  <a:pt x="119529" y="59765"/>
                </a:cubicBezTo>
                <a:cubicBezTo>
                  <a:pt x="119529" y="26780"/>
                  <a:pt x="92750" y="0"/>
                  <a:pt x="59765" y="0"/>
                </a:cubicBezTo>
                <a:cubicBezTo>
                  <a:pt x="26780" y="0"/>
                  <a:pt x="0" y="26780"/>
                  <a:pt x="0" y="59765"/>
                </a:cubicBezTo>
                <a:cubicBezTo>
                  <a:pt x="0" y="92750"/>
                  <a:pt x="26780" y="119529"/>
                  <a:pt x="59765" y="119529"/>
                </a:cubicBezTo>
                <a:close/>
                <a:moveTo>
                  <a:pt x="79468" y="49656"/>
                </a:moveTo>
                <a:lnTo>
                  <a:pt x="60792" y="79538"/>
                </a:lnTo>
                <a:cubicBezTo>
                  <a:pt x="59811" y="81103"/>
                  <a:pt x="58131" y="82083"/>
                  <a:pt x="56286" y="82176"/>
                </a:cubicBezTo>
                <a:cubicBezTo>
                  <a:pt x="54442" y="82270"/>
                  <a:pt x="52668" y="81429"/>
                  <a:pt x="51570" y="79935"/>
                </a:cubicBezTo>
                <a:lnTo>
                  <a:pt x="40365" y="64994"/>
                </a:lnTo>
                <a:cubicBezTo>
                  <a:pt x="38497" y="62519"/>
                  <a:pt x="39010" y="59018"/>
                  <a:pt x="41485" y="57150"/>
                </a:cubicBezTo>
                <a:cubicBezTo>
                  <a:pt x="43960" y="55282"/>
                  <a:pt x="47462" y="55796"/>
                  <a:pt x="49329" y="58271"/>
                </a:cubicBezTo>
                <a:lnTo>
                  <a:pt x="55633" y="66675"/>
                </a:lnTo>
                <a:lnTo>
                  <a:pt x="69967" y="43726"/>
                </a:lnTo>
                <a:cubicBezTo>
                  <a:pt x="71601" y="41112"/>
                  <a:pt x="75056" y="40294"/>
                  <a:pt x="77694" y="41952"/>
                </a:cubicBezTo>
                <a:cubicBezTo>
                  <a:pt x="80332" y="43610"/>
                  <a:pt x="81126" y="47041"/>
                  <a:pt x="7946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2212" y="2498737"/>
            <a:ext cx="93062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+ Ethernet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5036" y="2874401"/>
            <a:ext cx="7171765" cy="717176"/>
          </a:xfrm>
          <a:custGeom>
            <a:avLst/>
            <a:gdLst/>
            <a:ahLst/>
            <a:cxnLst/>
            <a:rect l="l" t="t" r="r" b="b"/>
            <a:pathLst>
              <a:path w="7171765" h="717176">
                <a:moveTo>
                  <a:pt x="34151" y="0"/>
                </a:moveTo>
                <a:lnTo>
                  <a:pt x="7103461" y="0"/>
                </a:lnTo>
                <a:cubicBezTo>
                  <a:pt x="7141184" y="0"/>
                  <a:pt x="7171765" y="30581"/>
                  <a:pt x="7171765" y="68304"/>
                </a:cubicBezTo>
                <a:lnTo>
                  <a:pt x="7171765" y="648873"/>
                </a:lnTo>
                <a:cubicBezTo>
                  <a:pt x="7171765" y="686596"/>
                  <a:pt x="7141184" y="717176"/>
                  <a:pt x="7103461" y="717176"/>
                </a:cubicBezTo>
                <a:lnTo>
                  <a:pt x="34151" y="717176"/>
                </a:lnTo>
                <a:cubicBezTo>
                  <a:pt x="15290" y="717176"/>
                  <a:pt x="0" y="701886"/>
                  <a:pt x="0" y="683025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5036" y="2874401"/>
            <a:ext cx="34151" cy="717176"/>
          </a:xfrm>
          <a:custGeom>
            <a:avLst/>
            <a:gdLst/>
            <a:ahLst/>
            <a:cxnLst/>
            <a:rect l="l" t="t" r="r" b="b"/>
            <a:pathLst>
              <a:path w="34151" h="717176">
                <a:moveTo>
                  <a:pt x="34151" y="0"/>
                </a:moveTo>
                <a:lnTo>
                  <a:pt x="34151" y="0"/>
                </a:lnTo>
                <a:lnTo>
                  <a:pt x="34151" y="717176"/>
                </a:lnTo>
                <a:lnTo>
                  <a:pt x="34151" y="717176"/>
                </a:lnTo>
                <a:cubicBezTo>
                  <a:pt x="15290" y="717176"/>
                  <a:pt x="0" y="701886"/>
                  <a:pt x="0" y="683025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4566" y="2993930"/>
            <a:ext cx="151973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Format Support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62463" y="2976854"/>
            <a:ext cx="546420" cy="239059"/>
          </a:xfrm>
          <a:custGeom>
            <a:avLst/>
            <a:gdLst/>
            <a:ahLst/>
            <a:cxnLst/>
            <a:rect l="l" t="t" r="r" b="b"/>
            <a:pathLst>
              <a:path w="546420" h="239059">
                <a:moveTo>
                  <a:pt x="34152" y="0"/>
                </a:moveTo>
                <a:lnTo>
                  <a:pt x="512268" y="0"/>
                </a:lnTo>
                <a:cubicBezTo>
                  <a:pt x="531130" y="0"/>
                  <a:pt x="546420" y="15290"/>
                  <a:pt x="546420" y="34152"/>
                </a:cubicBezTo>
                <a:lnTo>
                  <a:pt x="546420" y="204907"/>
                </a:lnTo>
                <a:cubicBezTo>
                  <a:pt x="546420" y="223768"/>
                  <a:pt x="531130" y="239059"/>
                  <a:pt x="512268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62463" y="2976854"/>
            <a:ext cx="606185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4566" y="3250064"/>
            <a:ext cx="742790" cy="239059"/>
          </a:xfrm>
          <a:custGeom>
            <a:avLst/>
            <a:gdLst/>
            <a:ahLst/>
            <a:cxnLst/>
            <a:rect l="l" t="t" r="r" b="b"/>
            <a:pathLst>
              <a:path w="742790" h="239059">
                <a:moveTo>
                  <a:pt x="34152" y="0"/>
                </a:moveTo>
                <a:lnTo>
                  <a:pt x="708638" y="0"/>
                </a:lnTo>
                <a:cubicBezTo>
                  <a:pt x="727500" y="0"/>
                  <a:pt x="742790" y="15290"/>
                  <a:pt x="742790" y="34152"/>
                </a:cubicBezTo>
                <a:lnTo>
                  <a:pt x="742790" y="204907"/>
                </a:lnTo>
                <a:cubicBezTo>
                  <a:pt x="742790" y="223768"/>
                  <a:pt x="727500" y="239059"/>
                  <a:pt x="708638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4566" y="3250064"/>
            <a:ext cx="802555" cy="239059"/>
          </a:xfrm>
          <a:prstGeom prst="rect">
            <a:avLst/>
          </a:prstGeom>
          <a:noFill/>
          <a:ln/>
        </p:spPr>
        <p:txBody>
          <a:bodyPr wrap="square" lIns="68303" tIns="34151" rIns="68303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JPEG/PNG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63968" y="3250064"/>
            <a:ext cx="759866" cy="239059"/>
          </a:xfrm>
          <a:custGeom>
            <a:avLst/>
            <a:gdLst/>
            <a:ahLst/>
            <a:cxnLst/>
            <a:rect l="l" t="t" r="r" b="b"/>
            <a:pathLst>
              <a:path w="759866" h="239059">
                <a:moveTo>
                  <a:pt x="34152" y="0"/>
                </a:moveTo>
                <a:lnTo>
                  <a:pt x="725714" y="0"/>
                </a:lnTo>
                <a:cubicBezTo>
                  <a:pt x="744575" y="0"/>
                  <a:pt x="759866" y="15290"/>
                  <a:pt x="759866" y="34152"/>
                </a:cubicBezTo>
                <a:lnTo>
                  <a:pt x="759866" y="204907"/>
                </a:lnTo>
                <a:cubicBezTo>
                  <a:pt x="759866" y="223768"/>
                  <a:pt x="744575" y="239059"/>
                  <a:pt x="725714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63968" y="3250064"/>
            <a:ext cx="819630" cy="239059"/>
          </a:xfrm>
          <a:prstGeom prst="rect">
            <a:avLst/>
          </a:prstGeom>
          <a:noFill/>
          <a:ln/>
        </p:spPr>
        <p:txBody>
          <a:bodyPr wrap="square" lIns="68303" tIns="34151" rIns="68303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MP4/WebM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293204" y="3250064"/>
            <a:ext cx="785479" cy="239059"/>
          </a:xfrm>
          <a:custGeom>
            <a:avLst/>
            <a:gdLst/>
            <a:ahLst/>
            <a:cxnLst/>
            <a:rect l="l" t="t" r="r" b="b"/>
            <a:pathLst>
              <a:path w="785479" h="239059">
                <a:moveTo>
                  <a:pt x="34152" y="0"/>
                </a:moveTo>
                <a:lnTo>
                  <a:pt x="751327" y="0"/>
                </a:lnTo>
                <a:cubicBezTo>
                  <a:pt x="770189" y="0"/>
                  <a:pt x="785479" y="15290"/>
                  <a:pt x="785479" y="34152"/>
                </a:cubicBezTo>
                <a:lnTo>
                  <a:pt x="785479" y="204907"/>
                </a:lnTo>
                <a:cubicBezTo>
                  <a:pt x="785479" y="223768"/>
                  <a:pt x="770189" y="239059"/>
                  <a:pt x="751327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93204" y="3250064"/>
            <a:ext cx="845244" cy="239059"/>
          </a:xfrm>
          <a:prstGeom prst="rect">
            <a:avLst/>
          </a:prstGeom>
          <a:noFill/>
          <a:ln/>
        </p:spPr>
        <p:txBody>
          <a:bodyPr wrap="square" lIns="68303" tIns="34151" rIns="68303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Text/Tickers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4359" y="3907479"/>
            <a:ext cx="7536045" cy="2601188"/>
          </a:xfrm>
          <a:custGeom>
            <a:avLst/>
            <a:gdLst/>
            <a:ahLst/>
            <a:cxnLst/>
            <a:rect l="l" t="t" r="r" b="b"/>
            <a:pathLst>
              <a:path w="7536045" h="2601188">
                <a:moveTo>
                  <a:pt x="68307" y="0"/>
                </a:moveTo>
                <a:lnTo>
                  <a:pt x="7467738" y="0"/>
                </a:lnTo>
                <a:cubicBezTo>
                  <a:pt x="7505463" y="0"/>
                  <a:pt x="7536045" y="30582"/>
                  <a:pt x="7536045" y="68307"/>
                </a:cubicBezTo>
                <a:lnTo>
                  <a:pt x="7536045" y="2532880"/>
                </a:lnTo>
                <a:cubicBezTo>
                  <a:pt x="7536045" y="2570606"/>
                  <a:pt x="7505463" y="2601188"/>
                  <a:pt x="7467738" y="2601188"/>
                </a:cubicBezTo>
                <a:lnTo>
                  <a:pt x="68307" y="2601188"/>
                </a:lnTo>
                <a:cubicBezTo>
                  <a:pt x="30582" y="2601188"/>
                  <a:pt x="0" y="2570606"/>
                  <a:pt x="0" y="2532880"/>
                </a:cubicBezTo>
                <a:lnTo>
                  <a:pt x="0" y="68307"/>
                </a:lnTo>
                <a:cubicBezTo>
                  <a:pt x="0" y="30607"/>
                  <a:pt x="30607" y="0"/>
                  <a:pt x="68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7961" y="4081076"/>
            <a:ext cx="478118" cy="478118"/>
          </a:xfrm>
          <a:custGeom>
            <a:avLst/>
            <a:gdLst/>
            <a:ahLst/>
            <a:cxnLst/>
            <a:rect l="l" t="t" r="r" b="b"/>
            <a:pathLst>
              <a:path w="478118" h="478118">
                <a:moveTo>
                  <a:pt x="239059" y="0"/>
                </a:moveTo>
                <a:lnTo>
                  <a:pt x="239059" y="0"/>
                </a:lnTo>
                <a:cubicBezTo>
                  <a:pt x="370999" y="0"/>
                  <a:pt x="478118" y="107119"/>
                  <a:pt x="478118" y="239059"/>
                </a:cubicBezTo>
                <a:lnTo>
                  <a:pt x="478118" y="239059"/>
                </a:lnTo>
                <a:cubicBezTo>
                  <a:pt x="478118" y="370999"/>
                  <a:pt x="370999" y="478118"/>
                  <a:pt x="239059" y="478118"/>
                </a:cubicBezTo>
                <a:lnTo>
                  <a:pt x="239059" y="478118"/>
                </a:lnTo>
                <a:cubicBezTo>
                  <a:pt x="107119" y="478118"/>
                  <a:pt x="0" y="370999"/>
                  <a:pt x="0" y="239059"/>
                </a:cubicBezTo>
                <a:lnTo>
                  <a:pt x="0" y="239059"/>
                </a:lnTo>
                <a:cubicBezTo>
                  <a:pt x="0" y="107119"/>
                  <a:pt x="107119" y="0"/>
                  <a:pt x="23905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1759" y="4217681"/>
            <a:ext cx="230521" cy="204908"/>
          </a:xfrm>
          <a:custGeom>
            <a:avLst/>
            <a:gdLst/>
            <a:ahLst/>
            <a:cxnLst/>
            <a:rect l="l" t="t" r="r" b="b"/>
            <a:pathLst>
              <a:path w="230521" h="204908">
                <a:moveTo>
                  <a:pt x="115261" y="38420"/>
                </a:moveTo>
                <a:cubicBezTo>
                  <a:pt x="78881" y="38420"/>
                  <a:pt x="45944" y="52828"/>
                  <a:pt x="21731" y="76280"/>
                </a:cubicBezTo>
                <a:cubicBezTo>
                  <a:pt x="16649" y="81203"/>
                  <a:pt x="8524" y="81083"/>
                  <a:pt x="3642" y="76000"/>
                </a:cubicBezTo>
                <a:cubicBezTo>
                  <a:pt x="-1241" y="70917"/>
                  <a:pt x="-1161" y="62793"/>
                  <a:pt x="3922" y="57910"/>
                </a:cubicBezTo>
                <a:cubicBezTo>
                  <a:pt x="32697" y="29976"/>
                  <a:pt x="71998" y="12807"/>
                  <a:pt x="115261" y="12807"/>
                </a:cubicBezTo>
                <a:cubicBezTo>
                  <a:pt x="158523" y="12807"/>
                  <a:pt x="197824" y="29976"/>
                  <a:pt x="226639" y="57910"/>
                </a:cubicBezTo>
                <a:cubicBezTo>
                  <a:pt x="231722" y="62833"/>
                  <a:pt x="231842" y="70957"/>
                  <a:pt x="226919" y="76000"/>
                </a:cubicBezTo>
                <a:cubicBezTo>
                  <a:pt x="221997" y="81043"/>
                  <a:pt x="213872" y="81203"/>
                  <a:pt x="208830" y="76280"/>
                </a:cubicBezTo>
                <a:cubicBezTo>
                  <a:pt x="184577" y="52828"/>
                  <a:pt x="151640" y="38420"/>
                  <a:pt x="115261" y="38420"/>
                </a:cubicBezTo>
                <a:close/>
                <a:moveTo>
                  <a:pt x="96050" y="172891"/>
                </a:moveTo>
                <a:cubicBezTo>
                  <a:pt x="96050" y="162288"/>
                  <a:pt x="104658" y="153681"/>
                  <a:pt x="115261" y="153681"/>
                </a:cubicBezTo>
                <a:cubicBezTo>
                  <a:pt x="125863" y="153681"/>
                  <a:pt x="134471" y="162288"/>
                  <a:pt x="134471" y="172891"/>
                </a:cubicBezTo>
                <a:cubicBezTo>
                  <a:pt x="134471" y="183493"/>
                  <a:pt x="125863" y="192101"/>
                  <a:pt x="115261" y="192101"/>
                </a:cubicBezTo>
                <a:cubicBezTo>
                  <a:pt x="104658" y="192101"/>
                  <a:pt x="96050" y="183493"/>
                  <a:pt x="96050" y="172891"/>
                </a:cubicBezTo>
                <a:close/>
                <a:moveTo>
                  <a:pt x="67235" y="130549"/>
                </a:moveTo>
                <a:cubicBezTo>
                  <a:pt x="62553" y="135871"/>
                  <a:pt x="54469" y="136352"/>
                  <a:pt x="49146" y="131669"/>
                </a:cubicBezTo>
                <a:cubicBezTo>
                  <a:pt x="43823" y="126987"/>
                  <a:pt x="43343" y="118902"/>
                  <a:pt x="48025" y="113580"/>
                </a:cubicBezTo>
                <a:cubicBezTo>
                  <a:pt x="64434" y="95010"/>
                  <a:pt x="88486" y="83244"/>
                  <a:pt x="115261" y="83244"/>
                </a:cubicBezTo>
                <a:cubicBezTo>
                  <a:pt x="142035" y="83244"/>
                  <a:pt x="166087" y="95010"/>
                  <a:pt x="182496" y="113580"/>
                </a:cubicBezTo>
                <a:cubicBezTo>
                  <a:pt x="187178" y="118902"/>
                  <a:pt x="186658" y="126987"/>
                  <a:pt x="181375" y="131669"/>
                </a:cubicBezTo>
                <a:cubicBezTo>
                  <a:pt x="176092" y="136352"/>
                  <a:pt x="167968" y="135831"/>
                  <a:pt x="163286" y="130549"/>
                </a:cubicBezTo>
                <a:cubicBezTo>
                  <a:pt x="151520" y="117222"/>
                  <a:pt x="134391" y="108857"/>
                  <a:pt x="115261" y="108857"/>
                </a:cubicBezTo>
                <a:cubicBezTo>
                  <a:pt x="96130" y="108857"/>
                  <a:pt x="79001" y="117222"/>
                  <a:pt x="67235" y="13054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32684" y="4183529"/>
            <a:ext cx="2330824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Network Requirements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5036" y="4695798"/>
            <a:ext cx="7171765" cy="887933"/>
          </a:xfrm>
          <a:custGeom>
            <a:avLst/>
            <a:gdLst/>
            <a:ahLst/>
            <a:cxnLst/>
            <a:rect l="l" t="t" r="r" b="b"/>
            <a:pathLst>
              <a:path w="7171765" h="887933">
                <a:moveTo>
                  <a:pt x="34151" y="0"/>
                </a:moveTo>
                <a:lnTo>
                  <a:pt x="7103465" y="0"/>
                </a:lnTo>
                <a:cubicBezTo>
                  <a:pt x="7141186" y="0"/>
                  <a:pt x="7171765" y="30579"/>
                  <a:pt x="7171765" y="68300"/>
                </a:cubicBezTo>
                <a:lnTo>
                  <a:pt x="7171765" y="819633"/>
                </a:lnTo>
                <a:cubicBezTo>
                  <a:pt x="7171765" y="857354"/>
                  <a:pt x="7141186" y="887933"/>
                  <a:pt x="7103465" y="887933"/>
                </a:cubicBezTo>
                <a:lnTo>
                  <a:pt x="34151" y="887933"/>
                </a:lnTo>
                <a:cubicBezTo>
                  <a:pt x="15290" y="887933"/>
                  <a:pt x="0" y="872643"/>
                  <a:pt x="0" y="853782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5036" y="4695798"/>
            <a:ext cx="34151" cy="887933"/>
          </a:xfrm>
          <a:custGeom>
            <a:avLst/>
            <a:gdLst/>
            <a:ahLst/>
            <a:cxnLst/>
            <a:rect l="l" t="t" r="r" b="b"/>
            <a:pathLst>
              <a:path w="34151" h="887933">
                <a:moveTo>
                  <a:pt x="34151" y="0"/>
                </a:moveTo>
                <a:lnTo>
                  <a:pt x="34151" y="0"/>
                </a:lnTo>
                <a:lnTo>
                  <a:pt x="34151" y="887933"/>
                </a:lnTo>
                <a:lnTo>
                  <a:pt x="34151" y="887933"/>
                </a:lnTo>
                <a:cubicBezTo>
                  <a:pt x="15290" y="887933"/>
                  <a:pt x="0" y="872643"/>
                  <a:pt x="0" y="853782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4566" y="4815328"/>
            <a:ext cx="88793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62374" y="4798252"/>
            <a:ext cx="546420" cy="239059"/>
          </a:xfrm>
          <a:custGeom>
            <a:avLst/>
            <a:gdLst/>
            <a:ahLst/>
            <a:cxnLst/>
            <a:rect l="l" t="t" r="r" b="b"/>
            <a:pathLst>
              <a:path w="546420" h="239059">
                <a:moveTo>
                  <a:pt x="34152" y="0"/>
                </a:moveTo>
                <a:lnTo>
                  <a:pt x="512268" y="0"/>
                </a:lnTo>
                <a:cubicBezTo>
                  <a:pt x="531130" y="0"/>
                  <a:pt x="546420" y="15290"/>
                  <a:pt x="546420" y="34152"/>
                </a:cubicBezTo>
                <a:lnTo>
                  <a:pt x="546420" y="204907"/>
                </a:lnTo>
                <a:cubicBezTo>
                  <a:pt x="546420" y="223768"/>
                  <a:pt x="531130" y="239059"/>
                  <a:pt x="512268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62374" y="4798252"/>
            <a:ext cx="606185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4566" y="5071462"/>
            <a:ext cx="7009546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or Ethernet at subcenters. Wired connection recommended for 24/7 reliability.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4171" y="5336134"/>
            <a:ext cx="134471" cy="119529"/>
          </a:xfrm>
          <a:custGeom>
            <a:avLst/>
            <a:gdLst/>
            <a:ahLst/>
            <a:cxnLst/>
            <a:rect l="l" t="t" r="r" b="b"/>
            <a:pathLst>
              <a:path w="134471" h="119529">
                <a:moveTo>
                  <a:pt x="57897" y="20544"/>
                </a:moveTo>
                <a:lnTo>
                  <a:pt x="76574" y="20544"/>
                </a:lnTo>
                <a:lnTo>
                  <a:pt x="76574" y="31750"/>
                </a:lnTo>
                <a:lnTo>
                  <a:pt x="57897" y="31750"/>
                </a:lnTo>
                <a:lnTo>
                  <a:pt x="57897" y="20544"/>
                </a:lnTo>
                <a:close/>
                <a:moveTo>
                  <a:pt x="56029" y="7471"/>
                </a:moveTo>
                <a:cubicBezTo>
                  <a:pt x="49843" y="7471"/>
                  <a:pt x="44824" y="12490"/>
                  <a:pt x="44824" y="18676"/>
                </a:cubicBezTo>
                <a:lnTo>
                  <a:pt x="44824" y="33618"/>
                </a:lnTo>
                <a:cubicBezTo>
                  <a:pt x="44824" y="39804"/>
                  <a:pt x="49843" y="44824"/>
                  <a:pt x="56029" y="44824"/>
                </a:cubicBezTo>
                <a:lnTo>
                  <a:pt x="59765" y="44824"/>
                </a:lnTo>
                <a:lnTo>
                  <a:pt x="59765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29882" y="67235"/>
                </a:lnTo>
                <a:lnTo>
                  <a:pt x="29882" y="74706"/>
                </a:lnTo>
                <a:lnTo>
                  <a:pt x="26147" y="74706"/>
                </a:lnTo>
                <a:cubicBezTo>
                  <a:pt x="19960" y="74706"/>
                  <a:pt x="14941" y="79725"/>
                  <a:pt x="14941" y="85912"/>
                </a:cubicBezTo>
                <a:lnTo>
                  <a:pt x="14941" y="100853"/>
                </a:lnTo>
                <a:cubicBezTo>
                  <a:pt x="14941" y="107040"/>
                  <a:pt x="19960" y="112059"/>
                  <a:pt x="26147" y="112059"/>
                </a:cubicBezTo>
                <a:lnTo>
                  <a:pt x="48559" y="112059"/>
                </a:lnTo>
                <a:cubicBezTo>
                  <a:pt x="54745" y="112059"/>
                  <a:pt x="59765" y="107040"/>
                  <a:pt x="59765" y="100853"/>
                </a:cubicBezTo>
                <a:lnTo>
                  <a:pt x="59765" y="85912"/>
                </a:lnTo>
                <a:cubicBezTo>
                  <a:pt x="59765" y="79725"/>
                  <a:pt x="54745" y="74706"/>
                  <a:pt x="48559" y="74706"/>
                </a:cubicBezTo>
                <a:lnTo>
                  <a:pt x="44824" y="74706"/>
                </a:lnTo>
                <a:lnTo>
                  <a:pt x="44824" y="67235"/>
                </a:lnTo>
                <a:lnTo>
                  <a:pt x="89647" y="67235"/>
                </a:lnTo>
                <a:lnTo>
                  <a:pt x="89647" y="74706"/>
                </a:lnTo>
                <a:lnTo>
                  <a:pt x="85912" y="74706"/>
                </a:lnTo>
                <a:cubicBezTo>
                  <a:pt x="79725" y="74706"/>
                  <a:pt x="74706" y="79725"/>
                  <a:pt x="74706" y="85912"/>
                </a:cubicBezTo>
                <a:lnTo>
                  <a:pt x="74706" y="100853"/>
                </a:lnTo>
                <a:cubicBezTo>
                  <a:pt x="74706" y="107040"/>
                  <a:pt x="79725" y="112059"/>
                  <a:pt x="85912" y="112059"/>
                </a:cubicBezTo>
                <a:lnTo>
                  <a:pt x="108324" y="112059"/>
                </a:lnTo>
                <a:cubicBezTo>
                  <a:pt x="114510" y="112059"/>
                  <a:pt x="119529" y="107040"/>
                  <a:pt x="119529" y="100853"/>
                </a:cubicBezTo>
                <a:lnTo>
                  <a:pt x="119529" y="85912"/>
                </a:lnTo>
                <a:cubicBezTo>
                  <a:pt x="119529" y="79725"/>
                  <a:pt x="114510" y="74706"/>
                  <a:pt x="108324" y="74706"/>
                </a:cubicBezTo>
                <a:lnTo>
                  <a:pt x="104588" y="74706"/>
                </a:lnTo>
                <a:lnTo>
                  <a:pt x="104588" y="67235"/>
                </a:lnTo>
                <a:lnTo>
                  <a:pt x="127000" y="67235"/>
                </a:lnTo>
                <a:cubicBezTo>
                  <a:pt x="131132" y="67235"/>
                  <a:pt x="134471" y="63897"/>
                  <a:pt x="134471" y="59765"/>
                </a:cubicBezTo>
                <a:cubicBezTo>
                  <a:pt x="134471" y="55633"/>
                  <a:pt x="131132" y="52294"/>
                  <a:pt x="127000" y="52294"/>
                </a:cubicBezTo>
                <a:lnTo>
                  <a:pt x="74706" y="52294"/>
                </a:lnTo>
                <a:lnTo>
                  <a:pt x="74706" y="44824"/>
                </a:lnTo>
                <a:lnTo>
                  <a:pt x="78441" y="44824"/>
                </a:lnTo>
                <a:cubicBezTo>
                  <a:pt x="84628" y="44824"/>
                  <a:pt x="89647" y="39804"/>
                  <a:pt x="89647" y="33618"/>
                </a:cubicBezTo>
                <a:lnTo>
                  <a:pt x="89647" y="18676"/>
                </a:lnTo>
                <a:cubicBezTo>
                  <a:pt x="89647" y="12490"/>
                  <a:pt x="84628" y="7471"/>
                  <a:pt x="78441" y="7471"/>
                </a:cubicBezTo>
                <a:lnTo>
                  <a:pt x="56029" y="7471"/>
                </a:lnTo>
                <a:close/>
                <a:moveTo>
                  <a:pt x="104588" y="87779"/>
                </a:moveTo>
                <a:lnTo>
                  <a:pt x="106456" y="87779"/>
                </a:lnTo>
                <a:lnTo>
                  <a:pt x="106456" y="98985"/>
                </a:lnTo>
                <a:lnTo>
                  <a:pt x="87779" y="98985"/>
                </a:lnTo>
                <a:lnTo>
                  <a:pt x="87779" y="87779"/>
                </a:lnTo>
                <a:lnTo>
                  <a:pt x="104588" y="87779"/>
                </a:lnTo>
                <a:close/>
                <a:moveTo>
                  <a:pt x="44824" y="87779"/>
                </a:moveTo>
                <a:lnTo>
                  <a:pt x="46691" y="87779"/>
                </a:lnTo>
                <a:lnTo>
                  <a:pt x="46691" y="98985"/>
                </a:lnTo>
                <a:lnTo>
                  <a:pt x="28015" y="98985"/>
                </a:lnTo>
                <a:lnTo>
                  <a:pt x="28015" y="87779"/>
                </a:lnTo>
                <a:lnTo>
                  <a:pt x="44824" y="87779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2280" y="5310521"/>
            <a:ext cx="1417277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VLAN isolation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5036" y="5686185"/>
            <a:ext cx="7171765" cy="648874"/>
          </a:xfrm>
          <a:custGeom>
            <a:avLst/>
            <a:gdLst/>
            <a:ahLst/>
            <a:cxnLst/>
            <a:rect l="l" t="t" r="r" b="b"/>
            <a:pathLst>
              <a:path w="7171765" h="648874">
                <a:moveTo>
                  <a:pt x="34151" y="0"/>
                </a:moveTo>
                <a:lnTo>
                  <a:pt x="7103464" y="0"/>
                </a:lnTo>
                <a:cubicBezTo>
                  <a:pt x="7141186" y="0"/>
                  <a:pt x="7171765" y="30579"/>
                  <a:pt x="7171765" y="68300"/>
                </a:cubicBezTo>
                <a:lnTo>
                  <a:pt x="7171765" y="580573"/>
                </a:lnTo>
                <a:cubicBezTo>
                  <a:pt x="7171765" y="618295"/>
                  <a:pt x="7141186" y="648874"/>
                  <a:pt x="7103464" y="648874"/>
                </a:cubicBezTo>
                <a:lnTo>
                  <a:pt x="34151" y="648874"/>
                </a:lnTo>
                <a:cubicBezTo>
                  <a:pt x="15290" y="648874"/>
                  <a:pt x="0" y="633584"/>
                  <a:pt x="0" y="614723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35036" y="5686185"/>
            <a:ext cx="34151" cy="648874"/>
          </a:xfrm>
          <a:custGeom>
            <a:avLst/>
            <a:gdLst/>
            <a:ahLst/>
            <a:cxnLst/>
            <a:rect l="l" t="t" r="r" b="b"/>
            <a:pathLst>
              <a:path w="34151" h="648874">
                <a:moveTo>
                  <a:pt x="34151" y="0"/>
                </a:moveTo>
                <a:lnTo>
                  <a:pt x="34151" y="0"/>
                </a:lnTo>
                <a:lnTo>
                  <a:pt x="34151" y="648874"/>
                </a:lnTo>
                <a:lnTo>
                  <a:pt x="34151" y="648874"/>
                </a:lnTo>
                <a:cubicBezTo>
                  <a:pt x="15290" y="648874"/>
                  <a:pt x="0" y="633584"/>
                  <a:pt x="0" y="614723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4566" y="5805714"/>
            <a:ext cx="76840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39465" y="5788639"/>
            <a:ext cx="665950" cy="239059"/>
          </a:xfrm>
          <a:custGeom>
            <a:avLst/>
            <a:gdLst/>
            <a:ahLst/>
            <a:cxnLst/>
            <a:rect l="l" t="t" r="r" b="b"/>
            <a:pathLst>
              <a:path w="665950" h="239059">
                <a:moveTo>
                  <a:pt x="34152" y="0"/>
                </a:moveTo>
                <a:lnTo>
                  <a:pt x="631798" y="0"/>
                </a:lnTo>
                <a:cubicBezTo>
                  <a:pt x="650659" y="0"/>
                  <a:pt x="665950" y="15290"/>
                  <a:pt x="665950" y="34152"/>
                </a:cubicBezTo>
                <a:lnTo>
                  <a:pt x="665950" y="204907"/>
                </a:lnTo>
                <a:cubicBezTo>
                  <a:pt x="665950" y="223768"/>
                  <a:pt x="650659" y="239059"/>
                  <a:pt x="631798" y="239059"/>
                </a:cubicBezTo>
                <a:lnTo>
                  <a:pt x="34152" y="239059"/>
                </a:lnTo>
                <a:cubicBezTo>
                  <a:pt x="15290" y="239059"/>
                  <a:pt x="0" y="223768"/>
                  <a:pt x="0" y="204907"/>
                </a:cubicBezTo>
                <a:lnTo>
                  <a:pt x="0" y="34152"/>
                </a:lnTo>
                <a:cubicBezTo>
                  <a:pt x="0" y="15303"/>
                  <a:pt x="15303" y="0"/>
                  <a:pt x="34152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39465" y="5788639"/>
            <a:ext cx="725714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Mbps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4566" y="6061849"/>
            <a:ext cx="7009546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5 Mbps recommended for downloading new HD media. Content cached locally after download.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92871" y="1095686"/>
            <a:ext cx="3753793" cy="2771944"/>
          </a:xfrm>
          <a:custGeom>
            <a:avLst/>
            <a:gdLst/>
            <a:ahLst/>
            <a:cxnLst/>
            <a:rect l="l" t="t" r="r" b="b"/>
            <a:pathLst>
              <a:path w="3753793" h="2771944">
                <a:moveTo>
                  <a:pt x="68301" y="0"/>
                </a:moveTo>
                <a:lnTo>
                  <a:pt x="3685492" y="0"/>
                </a:lnTo>
                <a:cubicBezTo>
                  <a:pt x="3723213" y="0"/>
                  <a:pt x="3753793" y="30579"/>
                  <a:pt x="3753793" y="68301"/>
                </a:cubicBezTo>
                <a:lnTo>
                  <a:pt x="3753793" y="2703643"/>
                </a:lnTo>
                <a:cubicBezTo>
                  <a:pt x="3753793" y="2741365"/>
                  <a:pt x="3723213" y="2771944"/>
                  <a:pt x="3685492" y="2771944"/>
                </a:cubicBezTo>
                <a:lnTo>
                  <a:pt x="68301" y="2771944"/>
                </a:lnTo>
                <a:cubicBezTo>
                  <a:pt x="30579" y="2771944"/>
                  <a:pt x="0" y="2741365"/>
                  <a:pt x="0" y="2703643"/>
                </a:cubicBezTo>
                <a:lnTo>
                  <a:pt x="0" y="68301"/>
                </a:lnTo>
                <a:cubicBezTo>
                  <a:pt x="0" y="30605"/>
                  <a:pt x="30605" y="0"/>
                  <a:pt x="6830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19834" y="1303443"/>
            <a:ext cx="106723" cy="170756"/>
          </a:xfrm>
          <a:custGeom>
            <a:avLst/>
            <a:gdLst/>
            <a:ahLst/>
            <a:cxnLst/>
            <a:rect l="l" t="t" r="r" b="b"/>
            <a:pathLst>
              <a:path w="106723" h="170756">
                <a:moveTo>
                  <a:pt x="45357" y="8004"/>
                </a:moveTo>
                <a:cubicBezTo>
                  <a:pt x="45357" y="3569"/>
                  <a:pt x="48926" y="0"/>
                  <a:pt x="53361" y="0"/>
                </a:cubicBezTo>
                <a:cubicBezTo>
                  <a:pt x="57797" y="0"/>
                  <a:pt x="61366" y="3569"/>
                  <a:pt x="61366" y="8004"/>
                </a:cubicBezTo>
                <a:lnTo>
                  <a:pt x="61366" y="21345"/>
                </a:lnTo>
                <a:lnTo>
                  <a:pt x="80042" y="21345"/>
                </a:lnTo>
                <a:cubicBezTo>
                  <a:pt x="85945" y="21345"/>
                  <a:pt x="90714" y="26114"/>
                  <a:pt x="90714" y="32017"/>
                </a:cubicBezTo>
                <a:cubicBezTo>
                  <a:pt x="90714" y="37920"/>
                  <a:pt x="85945" y="42689"/>
                  <a:pt x="80042" y="42689"/>
                </a:cubicBezTo>
                <a:lnTo>
                  <a:pt x="41722" y="42689"/>
                </a:lnTo>
                <a:cubicBezTo>
                  <a:pt x="33418" y="42689"/>
                  <a:pt x="26681" y="49426"/>
                  <a:pt x="26681" y="57730"/>
                </a:cubicBezTo>
                <a:cubicBezTo>
                  <a:pt x="26681" y="65234"/>
                  <a:pt x="32184" y="71571"/>
                  <a:pt x="39587" y="72638"/>
                </a:cubicBezTo>
                <a:lnTo>
                  <a:pt x="70137" y="77007"/>
                </a:lnTo>
                <a:cubicBezTo>
                  <a:pt x="88080" y="79575"/>
                  <a:pt x="101387" y="94916"/>
                  <a:pt x="101387" y="113026"/>
                </a:cubicBezTo>
                <a:cubicBezTo>
                  <a:pt x="101387" y="133137"/>
                  <a:pt x="85078" y="149412"/>
                  <a:pt x="65001" y="149412"/>
                </a:cubicBezTo>
                <a:lnTo>
                  <a:pt x="61366" y="149412"/>
                </a:lnTo>
                <a:lnTo>
                  <a:pt x="61366" y="162752"/>
                </a:lnTo>
                <a:cubicBezTo>
                  <a:pt x="61366" y="167188"/>
                  <a:pt x="57797" y="170756"/>
                  <a:pt x="53361" y="170756"/>
                </a:cubicBezTo>
                <a:cubicBezTo>
                  <a:pt x="48926" y="170756"/>
                  <a:pt x="45357" y="167188"/>
                  <a:pt x="45357" y="162752"/>
                </a:cubicBezTo>
                <a:lnTo>
                  <a:pt x="45357" y="149412"/>
                </a:lnTo>
                <a:lnTo>
                  <a:pt x="21345" y="149412"/>
                </a:lnTo>
                <a:cubicBezTo>
                  <a:pt x="15441" y="149412"/>
                  <a:pt x="10672" y="144643"/>
                  <a:pt x="10672" y="138739"/>
                </a:cubicBezTo>
                <a:cubicBezTo>
                  <a:pt x="10672" y="132836"/>
                  <a:pt x="15441" y="128067"/>
                  <a:pt x="21345" y="128067"/>
                </a:cubicBezTo>
                <a:lnTo>
                  <a:pt x="65001" y="128067"/>
                </a:lnTo>
                <a:cubicBezTo>
                  <a:pt x="73305" y="128067"/>
                  <a:pt x="80042" y="121330"/>
                  <a:pt x="80042" y="113026"/>
                </a:cubicBezTo>
                <a:cubicBezTo>
                  <a:pt x="80042" y="105522"/>
                  <a:pt x="74539" y="99185"/>
                  <a:pt x="67135" y="98118"/>
                </a:cubicBezTo>
                <a:lnTo>
                  <a:pt x="36586" y="93749"/>
                </a:lnTo>
                <a:cubicBezTo>
                  <a:pt x="18643" y="91215"/>
                  <a:pt x="5336" y="75840"/>
                  <a:pt x="5336" y="57730"/>
                </a:cubicBezTo>
                <a:cubicBezTo>
                  <a:pt x="5336" y="37653"/>
                  <a:pt x="21645" y="21345"/>
                  <a:pt x="41722" y="21345"/>
                </a:cubicBezTo>
                <a:lnTo>
                  <a:pt x="45357" y="21345"/>
                </a:lnTo>
                <a:lnTo>
                  <a:pt x="45357" y="8004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79918" y="1269291"/>
            <a:ext cx="3278521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6473" y="1644955"/>
            <a:ext cx="3406588" cy="614723"/>
          </a:xfrm>
          <a:custGeom>
            <a:avLst/>
            <a:gdLst/>
            <a:ahLst/>
            <a:cxnLst/>
            <a:rect l="l" t="t" r="r" b="b"/>
            <a:pathLst>
              <a:path w="3406588" h="614723">
                <a:moveTo>
                  <a:pt x="68302" y="0"/>
                </a:moveTo>
                <a:lnTo>
                  <a:pt x="3338286" y="0"/>
                </a:lnTo>
                <a:cubicBezTo>
                  <a:pt x="3376008" y="0"/>
                  <a:pt x="3406588" y="30580"/>
                  <a:pt x="3406588" y="68302"/>
                </a:cubicBezTo>
                <a:lnTo>
                  <a:pt x="3406588" y="546421"/>
                </a:lnTo>
                <a:cubicBezTo>
                  <a:pt x="3406588" y="584143"/>
                  <a:pt x="3376008" y="614723"/>
                  <a:pt x="3338286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68926" y="1781560"/>
            <a:ext cx="1169681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(per unit)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18265" y="1747409"/>
            <a:ext cx="725714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$300-500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8926" y="2020619"/>
            <a:ext cx="3252908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63% less than iOS equivalents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66473" y="2362132"/>
            <a:ext cx="3406588" cy="614723"/>
          </a:xfrm>
          <a:custGeom>
            <a:avLst/>
            <a:gdLst/>
            <a:ahLst/>
            <a:cxnLst/>
            <a:rect l="l" t="t" r="r" b="b"/>
            <a:pathLst>
              <a:path w="3406588" h="614723">
                <a:moveTo>
                  <a:pt x="68302" y="0"/>
                </a:moveTo>
                <a:lnTo>
                  <a:pt x="3338286" y="0"/>
                </a:lnTo>
                <a:cubicBezTo>
                  <a:pt x="3376008" y="0"/>
                  <a:pt x="3406588" y="30580"/>
                  <a:pt x="3406588" y="68302"/>
                </a:cubicBezTo>
                <a:lnTo>
                  <a:pt x="3406588" y="546421"/>
                </a:lnTo>
                <a:cubicBezTo>
                  <a:pt x="3406588" y="584143"/>
                  <a:pt x="3376008" y="614723"/>
                  <a:pt x="3338286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368926" y="2498737"/>
            <a:ext cx="1323361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MDM License (monthly)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85840" y="2464585"/>
            <a:ext cx="86231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~$1/device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68926" y="2737795"/>
            <a:ext cx="3252908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Kiosk mode + remote management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66473" y="3079308"/>
            <a:ext cx="3406588" cy="614723"/>
          </a:xfrm>
          <a:custGeom>
            <a:avLst/>
            <a:gdLst/>
            <a:ahLst/>
            <a:cxnLst/>
            <a:rect l="l" t="t" r="r" b="b"/>
            <a:pathLst>
              <a:path w="3406588" h="614723">
                <a:moveTo>
                  <a:pt x="68302" y="0"/>
                </a:moveTo>
                <a:lnTo>
                  <a:pt x="3338286" y="0"/>
                </a:lnTo>
                <a:cubicBezTo>
                  <a:pt x="3376008" y="0"/>
                  <a:pt x="3406588" y="30580"/>
                  <a:pt x="3406588" y="68302"/>
                </a:cubicBezTo>
                <a:lnTo>
                  <a:pt x="3406588" y="546421"/>
                </a:lnTo>
                <a:cubicBezTo>
                  <a:pt x="3406588" y="584143"/>
                  <a:pt x="3376008" y="614723"/>
                  <a:pt x="3338286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68926" y="3215913"/>
            <a:ext cx="1109916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508806" y="3181762"/>
            <a:ext cx="1135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Pay-as-you-go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68926" y="3454972"/>
            <a:ext cx="3252908" cy="136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7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Scales with usage, no upfront CAPEX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092871" y="4009933"/>
            <a:ext cx="3753793" cy="1815709"/>
          </a:xfrm>
          <a:custGeom>
            <a:avLst/>
            <a:gdLst/>
            <a:ahLst/>
            <a:cxnLst/>
            <a:rect l="l" t="t" r="r" b="b"/>
            <a:pathLst>
              <a:path w="3753793" h="1815709">
                <a:moveTo>
                  <a:pt x="68307" y="0"/>
                </a:moveTo>
                <a:lnTo>
                  <a:pt x="3685486" y="0"/>
                </a:lnTo>
                <a:cubicBezTo>
                  <a:pt x="3723211" y="0"/>
                  <a:pt x="3753793" y="30582"/>
                  <a:pt x="3753793" y="68307"/>
                </a:cubicBezTo>
                <a:lnTo>
                  <a:pt x="3753793" y="1747402"/>
                </a:lnTo>
                <a:cubicBezTo>
                  <a:pt x="3753793" y="1785127"/>
                  <a:pt x="3723211" y="1815709"/>
                  <a:pt x="3685486" y="1815709"/>
                </a:cubicBezTo>
                <a:lnTo>
                  <a:pt x="68307" y="1815709"/>
                </a:lnTo>
                <a:cubicBezTo>
                  <a:pt x="30582" y="1815709"/>
                  <a:pt x="0" y="1785127"/>
                  <a:pt x="0" y="1747402"/>
                </a:cubicBezTo>
                <a:lnTo>
                  <a:pt x="0" y="68307"/>
                </a:lnTo>
                <a:cubicBezTo>
                  <a:pt x="0" y="30607"/>
                  <a:pt x="30607" y="0"/>
                  <a:pt x="68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2700000" scaled="1"/>
          </a:gra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66473" y="4183529"/>
            <a:ext cx="34834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Checklist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91019" y="4550655"/>
            <a:ext cx="104588" cy="119529"/>
          </a:xfrm>
          <a:custGeom>
            <a:avLst/>
            <a:gdLst/>
            <a:ahLst/>
            <a:cxnLst/>
            <a:rect l="l" t="t" r="r" b="b"/>
            <a:pathLst>
              <a:path w="104588" h="119529">
                <a:moveTo>
                  <a:pt x="14941" y="7471"/>
                </a:moveTo>
                <a:cubicBezTo>
                  <a:pt x="6700" y="7471"/>
                  <a:pt x="0" y="14171"/>
                  <a:pt x="0" y="22412"/>
                </a:cubicBezTo>
                <a:lnTo>
                  <a:pt x="0" y="97118"/>
                </a:lnTo>
                <a:cubicBezTo>
                  <a:pt x="0" y="105359"/>
                  <a:pt x="6700" y="112059"/>
                  <a:pt x="14941" y="112059"/>
                </a:cubicBezTo>
                <a:lnTo>
                  <a:pt x="89647" y="112059"/>
                </a:lnTo>
                <a:cubicBezTo>
                  <a:pt x="97888" y="112059"/>
                  <a:pt x="104588" y="105359"/>
                  <a:pt x="104588" y="97118"/>
                </a:cubicBezTo>
                <a:lnTo>
                  <a:pt x="104588" y="22412"/>
                </a:lnTo>
                <a:cubicBezTo>
                  <a:pt x="104588" y="14171"/>
                  <a:pt x="97888" y="7471"/>
                  <a:pt x="89647" y="7471"/>
                </a:cubicBezTo>
                <a:lnTo>
                  <a:pt x="14941" y="7471"/>
                </a:lnTo>
                <a:close/>
                <a:moveTo>
                  <a:pt x="71998" y="49656"/>
                </a:moveTo>
                <a:lnTo>
                  <a:pt x="53321" y="79538"/>
                </a:lnTo>
                <a:cubicBezTo>
                  <a:pt x="52341" y="81103"/>
                  <a:pt x="50660" y="82083"/>
                  <a:pt x="48816" y="82176"/>
                </a:cubicBezTo>
                <a:cubicBezTo>
                  <a:pt x="46971" y="82270"/>
                  <a:pt x="45197" y="81429"/>
                  <a:pt x="44100" y="79935"/>
                </a:cubicBezTo>
                <a:lnTo>
                  <a:pt x="32894" y="64994"/>
                </a:lnTo>
                <a:cubicBezTo>
                  <a:pt x="31026" y="62519"/>
                  <a:pt x="31540" y="59018"/>
                  <a:pt x="34015" y="57150"/>
                </a:cubicBezTo>
                <a:cubicBezTo>
                  <a:pt x="36489" y="55282"/>
                  <a:pt x="39991" y="55796"/>
                  <a:pt x="41859" y="58271"/>
                </a:cubicBezTo>
                <a:lnTo>
                  <a:pt x="48162" y="66675"/>
                </a:lnTo>
                <a:lnTo>
                  <a:pt x="62496" y="43726"/>
                </a:lnTo>
                <a:cubicBezTo>
                  <a:pt x="64130" y="41112"/>
                  <a:pt x="67585" y="40294"/>
                  <a:pt x="70224" y="41952"/>
                </a:cubicBezTo>
                <a:cubicBezTo>
                  <a:pt x="72862" y="43610"/>
                  <a:pt x="73655" y="47041"/>
                  <a:pt x="7199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484187" y="4525042"/>
            <a:ext cx="136605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TV procurement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1019" y="4789714"/>
            <a:ext cx="104588" cy="119529"/>
          </a:xfrm>
          <a:custGeom>
            <a:avLst/>
            <a:gdLst/>
            <a:ahLst/>
            <a:cxnLst/>
            <a:rect l="l" t="t" r="r" b="b"/>
            <a:pathLst>
              <a:path w="104588" h="119529">
                <a:moveTo>
                  <a:pt x="14941" y="7471"/>
                </a:moveTo>
                <a:cubicBezTo>
                  <a:pt x="6700" y="7471"/>
                  <a:pt x="0" y="14171"/>
                  <a:pt x="0" y="22412"/>
                </a:cubicBezTo>
                <a:lnTo>
                  <a:pt x="0" y="97118"/>
                </a:lnTo>
                <a:cubicBezTo>
                  <a:pt x="0" y="105359"/>
                  <a:pt x="6700" y="112059"/>
                  <a:pt x="14941" y="112059"/>
                </a:cubicBezTo>
                <a:lnTo>
                  <a:pt x="89647" y="112059"/>
                </a:lnTo>
                <a:cubicBezTo>
                  <a:pt x="97888" y="112059"/>
                  <a:pt x="104588" y="105359"/>
                  <a:pt x="104588" y="97118"/>
                </a:cubicBezTo>
                <a:lnTo>
                  <a:pt x="104588" y="22412"/>
                </a:lnTo>
                <a:cubicBezTo>
                  <a:pt x="104588" y="14171"/>
                  <a:pt x="97888" y="7471"/>
                  <a:pt x="89647" y="7471"/>
                </a:cubicBezTo>
                <a:lnTo>
                  <a:pt x="14941" y="7471"/>
                </a:lnTo>
                <a:close/>
                <a:moveTo>
                  <a:pt x="71998" y="49656"/>
                </a:moveTo>
                <a:lnTo>
                  <a:pt x="53321" y="79538"/>
                </a:lnTo>
                <a:cubicBezTo>
                  <a:pt x="52341" y="81103"/>
                  <a:pt x="50660" y="82083"/>
                  <a:pt x="48816" y="82176"/>
                </a:cubicBezTo>
                <a:cubicBezTo>
                  <a:pt x="46971" y="82270"/>
                  <a:pt x="45197" y="81429"/>
                  <a:pt x="44100" y="79935"/>
                </a:cubicBezTo>
                <a:lnTo>
                  <a:pt x="32894" y="64994"/>
                </a:lnTo>
                <a:cubicBezTo>
                  <a:pt x="31026" y="62519"/>
                  <a:pt x="31540" y="59018"/>
                  <a:pt x="34015" y="57150"/>
                </a:cubicBezTo>
                <a:cubicBezTo>
                  <a:pt x="36489" y="55282"/>
                  <a:pt x="39991" y="55796"/>
                  <a:pt x="41859" y="58271"/>
                </a:cubicBezTo>
                <a:lnTo>
                  <a:pt x="48162" y="66675"/>
                </a:lnTo>
                <a:lnTo>
                  <a:pt x="62496" y="43726"/>
                </a:lnTo>
                <a:cubicBezTo>
                  <a:pt x="64130" y="41112"/>
                  <a:pt x="67585" y="40294"/>
                  <a:pt x="70224" y="41952"/>
                </a:cubicBezTo>
                <a:cubicBezTo>
                  <a:pt x="72862" y="43610"/>
                  <a:pt x="73655" y="47041"/>
                  <a:pt x="7199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484187" y="4764101"/>
            <a:ext cx="1639261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configuration (VLAN)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91019" y="5028773"/>
            <a:ext cx="104588" cy="119529"/>
          </a:xfrm>
          <a:custGeom>
            <a:avLst/>
            <a:gdLst/>
            <a:ahLst/>
            <a:cxnLst/>
            <a:rect l="l" t="t" r="r" b="b"/>
            <a:pathLst>
              <a:path w="104588" h="119529">
                <a:moveTo>
                  <a:pt x="14941" y="7471"/>
                </a:moveTo>
                <a:cubicBezTo>
                  <a:pt x="6700" y="7471"/>
                  <a:pt x="0" y="14171"/>
                  <a:pt x="0" y="22412"/>
                </a:cubicBezTo>
                <a:lnTo>
                  <a:pt x="0" y="97118"/>
                </a:lnTo>
                <a:cubicBezTo>
                  <a:pt x="0" y="105359"/>
                  <a:pt x="6700" y="112059"/>
                  <a:pt x="14941" y="112059"/>
                </a:cubicBezTo>
                <a:lnTo>
                  <a:pt x="89647" y="112059"/>
                </a:lnTo>
                <a:cubicBezTo>
                  <a:pt x="97888" y="112059"/>
                  <a:pt x="104588" y="105359"/>
                  <a:pt x="104588" y="97118"/>
                </a:cubicBezTo>
                <a:lnTo>
                  <a:pt x="104588" y="22412"/>
                </a:lnTo>
                <a:cubicBezTo>
                  <a:pt x="104588" y="14171"/>
                  <a:pt x="97888" y="7471"/>
                  <a:pt x="89647" y="7471"/>
                </a:cubicBezTo>
                <a:lnTo>
                  <a:pt x="14941" y="7471"/>
                </a:lnTo>
                <a:close/>
                <a:moveTo>
                  <a:pt x="71998" y="49656"/>
                </a:moveTo>
                <a:lnTo>
                  <a:pt x="53321" y="79538"/>
                </a:lnTo>
                <a:cubicBezTo>
                  <a:pt x="52341" y="81103"/>
                  <a:pt x="50660" y="82083"/>
                  <a:pt x="48816" y="82176"/>
                </a:cubicBezTo>
                <a:cubicBezTo>
                  <a:pt x="46971" y="82270"/>
                  <a:pt x="45197" y="81429"/>
                  <a:pt x="44100" y="79935"/>
                </a:cubicBezTo>
                <a:lnTo>
                  <a:pt x="32894" y="64994"/>
                </a:lnTo>
                <a:cubicBezTo>
                  <a:pt x="31026" y="62519"/>
                  <a:pt x="31540" y="59018"/>
                  <a:pt x="34015" y="57150"/>
                </a:cubicBezTo>
                <a:cubicBezTo>
                  <a:pt x="36489" y="55282"/>
                  <a:pt x="39991" y="55796"/>
                  <a:pt x="41859" y="58271"/>
                </a:cubicBezTo>
                <a:lnTo>
                  <a:pt x="48162" y="66675"/>
                </a:lnTo>
                <a:lnTo>
                  <a:pt x="62496" y="43726"/>
                </a:lnTo>
                <a:cubicBezTo>
                  <a:pt x="64130" y="41112"/>
                  <a:pt x="67585" y="40294"/>
                  <a:pt x="70224" y="41952"/>
                </a:cubicBezTo>
                <a:cubicBezTo>
                  <a:pt x="72862" y="43610"/>
                  <a:pt x="73655" y="47041"/>
                  <a:pt x="7199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484187" y="5003160"/>
            <a:ext cx="939160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MDM enrollment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91019" y="5267832"/>
            <a:ext cx="104588" cy="119529"/>
          </a:xfrm>
          <a:custGeom>
            <a:avLst/>
            <a:gdLst/>
            <a:ahLst/>
            <a:cxnLst/>
            <a:rect l="l" t="t" r="r" b="b"/>
            <a:pathLst>
              <a:path w="104588" h="119529">
                <a:moveTo>
                  <a:pt x="14941" y="7471"/>
                </a:moveTo>
                <a:cubicBezTo>
                  <a:pt x="6700" y="7471"/>
                  <a:pt x="0" y="14171"/>
                  <a:pt x="0" y="22412"/>
                </a:cubicBezTo>
                <a:lnTo>
                  <a:pt x="0" y="97118"/>
                </a:lnTo>
                <a:cubicBezTo>
                  <a:pt x="0" y="105359"/>
                  <a:pt x="6700" y="112059"/>
                  <a:pt x="14941" y="112059"/>
                </a:cubicBezTo>
                <a:lnTo>
                  <a:pt x="89647" y="112059"/>
                </a:lnTo>
                <a:cubicBezTo>
                  <a:pt x="97888" y="112059"/>
                  <a:pt x="104588" y="105359"/>
                  <a:pt x="104588" y="97118"/>
                </a:cubicBezTo>
                <a:lnTo>
                  <a:pt x="104588" y="22412"/>
                </a:lnTo>
                <a:cubicBezTo>
                  <a:pt x="104588" y="14171"/>
                  <a:pt x="97888" y="7471"/>
                  <a:pt x="89647" y="7471"/>
                </a:cubicBezTo>
                <a:lnTo>
                  <a:pt x="14941" y="7471"/>
                </a:lnTo>
                <a:close/>
                <a:moveTo>
                  <a:pt x="71998" y="49656"/>
                </a:moveTo>
                <a:lnTo>
                  <a:pt x="53321" y="79538"/>
                </a:lnTo>
                <a:cubicBezTo>
                  <a:pt x="52341" y="81103"/>
                  <a:pt x="50660" y="82083"/>
                  <a:pt x="48816" y="82176"/>
                </a:cubicBezTo>
                <a:cubicBezTo>
                  <a:pt x="46971" y="82270"/>
                  <a:pt x="45197" y="81429"/>
                  <a:pt x="44100" y="79935"/>
                </a:cubicBezTo>
                <a:lnTo>
                  <a:pt x="32894" y="64994"/>
                </a:lnTo>
                <a:cubicBezTo>
                  <a:pt x="31026" y="62519"/>
                  <a:pt x="31540" y="59018"/>
                  <a:pt x="34015" y="57150"/>
                </a:cubicBezTo>
                <a:cubicBezTo>
                  <a:pt x="36489" y="55282"/>
                  <a:pt x="39991" y="55796"/>
                  <a:pt x="41859" y="58271"/>
                </a:cubicBezTo>
                <a:lnTo>
                  <a:pt x="48162" y="66675"/>
                </a:lnTo>
                <a:lnTo>
                  <a:pt x="62496" y="43726"/>
                </a:lnTo>
                <a:cubicBezTo>
                  <a:pt x="64130" y="41112"/>
                  <a:pt x="67585" y="40294"/>
                  <a:pt x="70224" y="41952"/>
                </a:cubicBezTo>
                <a:cubicBezTo>
                  <a:pt x="72862" y="43610"/>
                  <a:pt x="73655" y="47041"/>
                  <a:pt x="7199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84187" y="5242218"/>
            <a:ext cx="133189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installation &amp; config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91019" y="5506891"/>
            <a:ext cx="104588" cy="119529"/>
          </a:xfrm>
          <a:custGeom>
            <a:avLst/>
            <a:gdLst/>
            <a:ahLst/>
            <a:cxnLst/>
            <a:rect l="l" t="t" r="r" b="b"/>
            <a:pathLst>
              <a:path w="104588" h="119529">
                <a:moveTo>
                  <a:pt x="14941" y="7471"/>
                </a:moveTo>
                <a:cubicBezTo>
                  <a:pt x="6700" y="7471"/>
                  <a:pt x="0" y="14171"/>
                  <a:pt x="0" y="22412"/>
                </a:cubicBezTo>
                <a:lnTo>
                  <a:pt x="0" y="97118"/>
                </a:lnTo>
                <a:cubicBezTo>
                  <a:pt x="0" y="105359"/>
                  <a:pt x="6700" y="112059"/>
                  <a:pt x="14941" y="112059"/>
                </a:cubicBezTo>
                <a:lnTo>
                  <a:pt x="89647" y="112059"/>
                </a:lnTo>
                <a:cubicBezTo>
                  <a:pt x="97888" y="112059"/>
                  <a:pt x="104588" y="105359"/>
                  <a:pt x="104588" y="97118"/>
                </a:cubicBezTo>
                <a:lnTo>
                  <a:pt x="104588" y="22412"/>
                </a:lnTo>
                <a:cubicBezTo>
                  <a:pt x="104588" y="14171"/>
                  <a:pt x="97888" y="7471"/>
                  <a:pt x="89647" y="7471"/>
                </a:cubicBezTo>
                <a:lnTo>
                  <a:pt x="14941" y="7471"/>
                </a:lnTo>
                <a:close/>
                <a:moveTo>
                  <a:pt x="71998" y="49656"/>
                </a:moveTo>
                <a:lnTo>
                  <a:pt x="53321" y="79538"/>
                </a:lnTo>
                <a:cubicBezTo>
                  <a:pt x="52341" y="81103"/>
                  <a:pt x="50660" y="82083"/>
                  <a:pt x="48816" y="82176"/>
                </a:cubicBezTo>
                <a:cubicBezTo>
                  <a:pt x="46971" y="82270"/>
                  <a:pt x="45197" y="81429"/>
                  <a:pt x="44100" y="79935"/>
                </a:cubicBezTo>
                <a:lnTo>
                  <a:pt x="32894" y="64994"/>
                </a:lnTo>
                <a:cubicBezTo>
                  <a:pt x="31026" y="62519"/>
                  <a:pt x="31540" y="59018"/>
                  <a:pt x="34015" y="57150"/>
                </a:cubicBezTo>
                <a:cubicBezTo>
                  <a:pt x="36489" y="55282"/>
                  <a:pt x="39991" y="55796"/>
                  <a:pt x="41859" y="58271"/>
                </a:cubicBezTo>
                <a:lnTo>
                  <a:pt x="48162" y="66675"/>
                </a:lnTo>
                <a:lnTo>
                  <a:pt x="62496" y="43726"/>
                </a:lnTo>
                <a:cubicBezTo>
                  <a:pt x="64130" y="41112"/>
                  <a:pt x="67585" y="40294"/>
                  <a:pt x="70224" y="41952"/>
                </a:cubicBezTo>
                <a:cubicBezTo>
                  <a:pt x="72862" y="43610"/>
                  <a:pt x="73655" y="47041"/>
                  <a:pt x="71998" y="49679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484187" y="5481277"/>
            <a:ext cx="1220908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CMS user onboarding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Five-Phase Implementation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480" y="889000"/>
            <a:ext cx="7373938" cy="1206500"/>
          </a:xfrm>
          <a:custGeom>
            <a:avLst/>
            <a:gdLst/>
            <a:ahLst/>
            <a:cxnLst/>
            <a:rect l="l" t="t" r="r" b="b"/>
            <a:pathLst>
              <a:path w="7373938" h="1206500">
                <a:moveTo>
                  <a:pt x="31750" y="0"/>
                </a:moveTo>
                <a:lnTo>
                  <a:pt x="7310439" y="0"/>
                </a:lnTo>
                <a:cubicBezTo>
                  <a:pt x="7345508" y="0"/>
                  <a:pt x="7373938" y="28429"/>
                  <a:pt x="7373938" y="63498"/>
                </a:cubicBezTo>
                <a:lnTo>
                  <a:pt x="7373938" y="1143002"/>
                </a:lnTo>
                <a:cubicBezTo>
                  <a:pt x="7373938" y="1178071"/>
                  <a:pt x="7345508" y="1206500"/>
                  <a:pt x="7310439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480" y="88900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9355" y="1016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1730" y="10160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0855" y="1016000"/>
            <a:ext cx="211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Cloud Setup &amp; Prototyping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80196" y="1016000"/>
            <a:ext cx="722313" cy="222250"/>
          </a:xfrm>
          <a:custGeom>
            <a:avLst/>
            <a:gdLst/>
            <a:ahLst/>
            <a:cxnLst/>
            <a:rect l="l" t="t" r="r" b="b"/>
            <a:pathLst>
              <a:path w="722313" h="222250">
                <a:moveTo>
                  <a:pt x="31751" y="0"/>
                </a:moveTo>
                <a:lnTo>
                  <a:pt x="690562" y="0"/>
                </a:lnTo>
                <a:cubicBezTo>
                  <a:pt x="708097" y="0"/>
                  <a:pt x="722313" y="14215"/>
                  <a:pt x="722313" y="31751"/>
                </a:cubicBezTo>
                <a:lnTo>
                  <a:pt x="722313" y="190499"/>
                </a:lnTo>
                <a:cubicBezTo>
                  <a:pt x="722313" y="208035"/>
                  <a:pt x="708097" y="222250"/>
                  <a:pt x="690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80196" y="1016000"/>
            <a:ext cx="7778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0855" y="1301750"/>
            <a:ext cx="65960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Provision AWS/GCP servers, design Web CMS UI/UX, and map out priority data payloads. Establish development environments and CI/CD pipelines.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70855" y="1778000"/>
            <a:ext cx="690563" cy="190500"/>
          </a:xfrm>
          <a:custGeom>
            <a:avLst/>
            <a:gdLst/>
            <a:ahLst/>
            <a:cxnLst/>
            <a:rect l="l" t="t" r="r" b="b"/>
            <a:pathLst>
              <a:path w="690563" h="190500">
                <a:moveTo>
                  <a:pt x="31751" y="0"/>
                </a:moveTo>
                <a:lnTo>
                  <a:pt x="658812" y="0"/>
                </a:lnTo>
                <a:cubicBezTo>
                  <a:pt x="676347" y="0"/>
                  <a:pt x="690563" y="14215"/>
                  <a:pt x="690563" y="31751"/>
                </a:cubicBezTo>
                <a:lnTo>
                  <a:pt x="690563" y="158749"/>
                </a:lnTo>
                <a:cubicBezTo>
                  <a:pt x="690563" y="176285"/>
                  <a:pt x="676347" y="190500"/>
                  <a:pt x="6588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0855" y="1778000"/>
            <a:ext cx="7381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22520" y="1778000"/>
            <a:ext cx="706438" cy="190500"/>
          </a:xfrm>
          <a:custGeom>
            <a:avLst/>
            <a:gdLst/>
            <a:ahLst/>
            <a:cxnLst/>
            <a:rect l="l" t="t" r="r" b="b"/>
            <a:pathLst>
              <a:path w="706438" h="190500">
                <a:moveTo>
                  <a:pt x="31751" y="0"/>
                </a:moveTo>
                <a:lnTo>
                  <a:pt x="674687" y="0"/>
                </a:lnTo>
                <a:cubicBezTo>
                  <a:pt x="692222" y="0"/>
                  <a:pt x="706438" y="14215"/>
                  <a:pt x="706438" y="31751"/>
                </a:cubicBezTo>
                <a:lnTo>
                  <a:pt x="706438" y="158749"/>
                </a:lnTo>
                <a:cubicBezTo>
                  <a:pt x="706438" y="176285"/>
                  <a:pt x="692222" y="190500"/>
                  <a:pt x="6746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22520" y="1778000"/>
            <a:ext cx="7540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90060" y="1778000"/>
            <a:ext cx="658813" cy="190500"/>
          </a:xfrm>
          <a:custGeom>
            <a:avLst/>
            <a:gdLst/>
            <a:ahLst/>
            <a:cxnLst/>
            <a:rect l="l" t="t" r="r" b="b"/>
            <a:pathLst>
              <a:path w="658813" h="190500">
                <a:moveTo>
                  <a:pt x="31751" y="0"/>
                </a:moveTo>
                <a:lnTo>
                  <a:pt x="627062" y="0"/>
                </a:lnTo>
                <a:cubicBezTo>
                  <a:pt x="644597" y="0"/>
                  <a:pt x="658813" y="14215"/>
                  <a:pt x="658813" y="31751"/>
                </a:cubicBezTo>
                <a:lnTo>
                  <a:pt x="658813" y="158749"/>
                </a:lnTo>
                <a:cubicBezTo>
                  <a:pt x="658813" y="176285"/>
                  <a:pt x="644597" y="190500"/>
                  <a:pt x="6270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90060" y="1778000"/>
            <a:ext cx="7064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Models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6480" y="2190750"/>
            <a:ext cx="7373938" cy="1206500"/>
          </a:xfrm>
          <a:custGeom>
            <a:avLst/>
            <a:gdLst/>
            <a:ahLst/>
            <a:cxnLst/>
            <a:rect l="l" t="t" r="r" b="b"/>
            <a:pathLst>
              <a:path w="7373938" h="1206500">
                <a:moveTo>
                  <a:pt x="31750" y="0"/>
                </a:moveTo>
                <a:lnTo>
                  <a:pt x="7310439" y="0"/>
                </a:lnTo>
                <a:cubicBezTo>
                  <a:pt x="7345508" y="0"/>
                  <a:pt x="7373938" y="28429"/>
                  <a:pt x="7373938" y="63498"/>
                </a:cubicBezTo>
                <a:lnTo>
                  <a:pt x="7373938" y="1143002"/>
                </a:lnTo>
                <a:cubicBezTo>
                  <a:pt x="7373938" y="1178071"/>
                  <a:pt x="7345508" y="1206500"/>
                  <a:pt x="7310439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480" y="219075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9355" y="2317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1730" y="231775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0855" y="2317750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Development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18432" y="2317750"/>
            <a:ext cx="785813" cy="222250"/>
          </a:xfrm>
          <a:custGeom>
            <a:avLst/>
            <a:gdLst/>
            <a:ahLst/>
            <a:cxnLst/>
            <a:rect l="l" t="t" r="r" b="b"/>
            <a:pathLst>
              <a:path w="785813" h="222250">
                <a:moveTo>
                  <a:pt x="31751" y="0"/>
                </a:moveTo>
                <a:lnTo>
                  <a:pt x="754062" y="0"/>
                </a:lnTo>
                <a:cubicBezTo>
                  <a:pt x="771597" y="0"/>
                  <a:pt x="785813" y="14215"/>
                  <a:pt x="785813" y="31751"/>
                </a:cubicBezTo>
                <a:lnTo>
                  <a:pt x="785813" y="190499"/>
                </a:lnTo>
                <a:cubicBezTo>
                  <a:pt x="785813" y="208035"/>
                  <a:pt x="771597" y="222250"/>
                  <a:pt x="754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18432" y="2317750"/>
            <a:ext cx="841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5-14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0855" y="2603500"/>
            <a:ext cx="65960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the Web CMS with React/Vue, develop Native Android TV App with Kotlin, implement caching protocols and offline playback mechanisms.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0855" y="3079750"/>
            <a:ext cx="928688" cy="190500"/>
          </a:xfrm>
          <a:custGeom>
            <a:avLst/>
            <a:gdLst/>
            <a:ahLst/>
            <a:cxnLst/>
            <a:rect l="l" t="t" r="r" b="b"/>
            <a:pathLst>
              <a:path w="928688" h="190500">
                <a:moveTo>
                  <a:pt x="31751" y="0"/>
                </a:moveTo>
                <a:lnTo>
                  <a:pt x="896937" y="0"/>
                </a:lnTo>
                <a:cubicBezTo>
                  <a:pt x="914472" y="0"/>
                  <a:pt x="928688" y="14215"/>
                  <a:pt x="928688" y="31751"/>
                </a:cubicBezTo>
                <a:lnTo>
                  <a:pt x="928688" y="158749"/>
                </a:lnTo>
                <a:cubicBezTo>
                  <a:pt x="928688" y="176285"/>
                  <a:pt x="914472" y="190500"/>
                  <a:pt x="896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0855" y="3079750"/>
            <a:ext cx="976312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CMS Development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60727" y="3079750"/>
            <a:ext cx="650875" cy="190500"/>
          </a:xfrm>
          <a:custGeom>
            <a:avLst/>
            <a:gdLst/>
            <a:ahLst/>
            <a:cxnLst/>
            <a:rect l="l" t="t" r="r" b="b"/>
            <a:pathLst>
              <a:path w="650875" h="190500">
                <a:moveTo>
                  <a:pt x="31751" y="0"/>
                </a:moveTo>
                <a:lnTo>
                  <a:pt x="619124" y="0"/>
                </a:lnTo>
                <a:cubicBezTo>
                  <a:pt x="636660" y="0"/>
                  <a:pt x="650875" y="14215"/>
                  <a:pt x="650875" y="31751"/>
                </a:cubicBezTo>
                <a:lnTo>
                  <a:pt x="650875" y="158749"/>
                </a:lnTo>
                <a:cubicBezTo>
                  <a:pt x="650875" y="176285"/>
                  <a:pt x="636660" y="190500"/>
                  <a:pt x="6191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60727" y="3079750"/>
            <a:ext cx="6985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75516" y="3079750"/>
            <a:ext cx="754063" cy="190500"/>
          </a:xfrm>
          <a:custGeom>
            <a:avLst/>
            <a:gdLst/>
            <a:ahLst/>
            <a:cxnLst/>
            <a:rect l="l" t="t" r="r" b="b"/>
            <a:pathLst>
              <a:path w="754063" h="190500">
                <a:moveTo>
                  <a:pt x="31751" y="0"/>
                </a:moveTo>
                <a:lnTo>
                  <a:pt x="722312" y="0"/>
                </a:lnTo>
                <a:cubicBezTo>
                  <a:pt x="739847" y="0"/>
                  <a:pt x="754063" y="14215"/>
                  <a:pt x="754063" y="31751"/>
                </a:cubicBezTo>
                <a:lnTo>
                  <a:pt x="754063" y="158749"/>
                </a:lnTo>
                <a:cubicBezTo>
                  <a:pt x="754063" y="176285"/>
                  <a:pt x="739847" y="190500"/>
                  <a:pt x="7223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75516" y="3079750"/>
            <a:ext cx="8016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Integration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56480" y="3492500"/>
            <a:ext cx="7373938" cy="1206500"/>
          </a:xfrm>
          <a:custGeom>
            <a:avLst/>
            <a:gdLst/>
            <a:ahLst/>
            <a:cxnLst/>
            <a:rect l="l" t="t" r="r" b="b"/>
            <a:pathLst>
              <a:path w="7373938" h="1206500">
                <a:moveTo>
                  <a:pt x="31750" y="0"/>
                </a:moveTo>
                <a:lnTo>
                  <a:pt x="7310439" y="0"/>
                </a:lnTo>
                <a:cubicBezTo>
                  <a:pt x="7345508" y="0"/>
                  <a:pt x="7373938" y="28429"/>
                  <a:pt x="7373938" y="63498"/>
                </a:cubicBezTo>
                <a:lnTo>
                  <a:pt x="7373938" y="1143002"/>
                </a:lnTo>
                <a:cubicBezTo>
                  <a:pt x="7373938" y="1178071"/>
                  <a:pt x="7345508" y="1206500"/>
                  <a:pt x="7310439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480" y="349250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9355" y="3619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1730" y="3619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0855" y="3619500"/>
            <a:ext cx="166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Integration &amp; Testing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56585" y="3619500"/>
            <a:ext cx="841375" cy="222250"/>
          </a:xfrm>
          <a:custGeom>
            <a:avLst/>
            <a:gdLst/>
            <a:ahLst/>
            <a:cxnLst/>
            <a:rect l="l" t="t" r="r" b="b"/>
            <a:pathLst>
              <a:path w="841375" h="222250">
                <a:moveTo>
                  <a:pt x="31751" y="0"/>
                </a:moveTo>
                <a:lnTo>
                  <a:pt x="809624" y="0"/>
                </a:lnTo>
                <a:cubicBezTo>
                  <a:pt x="827160" y="0"/>
                  <a:pt x="841375" y="14215"/>
                  <a:pt x="841375" y="31751"/>
                </a:cubicBezTo>
                <a:lnTo>
                  <a:pt x="841375" y="190499"/>
                </a:lnTo>
                <a:cubicBezTo>
                  <a:pt x="841375" y="208035"/>
                  <a:pt x="827160" y="222250"/>
                  <a:pt x="8096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A66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56585" y="3619500"/>
            <a:ext cx="896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7A6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15-18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0855" y="3905250"/>
            <a:ext cx="65960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Rigorously test Central Overrides, offline recovery scenarios, power-outage auto-reboots, and end-to-end content workflows. Security penetration testing.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0855" y="4381500"/>
            <a:ext cx="642938" cy="190500"/>
          </a:xfrm>
          <a:custGeom>
            <a:avLst/>
            <a:gdLst/>
            <a:ahLst/>
            <a:cxnLst/>
            <a:rect l="l" t="t" r="r" b="b"/>
            <a:pathLst>
              <a:path w="642938" h="190500">
                <a:moveTo>
                  <a:pt x="31751" y="0"/>
                </a:moveTo>
                <a:lnTo>
                  <a:pt x="611187" y="0"/>
                </a:lnTo>
                <a:cubicBezTo>
                  <a:pt x="628722" y="0"/>
                  <a:pt x="642938" y="14215"/>
                  <a:pt x="642938" y="31751"/>
                </a:cubicBezTo>
                <a:lnTo>
                  <a:pt x="642938" y="158749"/>
                </a:lnTo>
                <a:cubicBezTo>
                  <a:pt x="642938" y="176285"/>
                  <a:pt x="628722" y="190500"/>
                  <a:pt x="611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70855" y="4381500"/>
            <a:ext cx="690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E2E Testing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680269" y="4381500"/>
            <a:ext cx="714375" cy="190500"/>
          </a:xfrm>
          <a:custGeom>
            <a:avLst/>
            <a:gdLst/>
            <a:ahLst/>
            <a:cxnLst/>
            <a:rect l="l" t="t" r="r" b="b"/>
            <a:pathLst>
              <a:path w="714375" h="190500">
                <a:moveTo>
                  <a:pt x="31751" y="0"/>
                </a:moveTo>
                <a:lnTo>
                  <a:pt x="682624" y="0"/>
                </a:lnTo>
                <a:cubicBezTo>
                  <a:pt x="700160" y="0"/>
                  <a:pt x="714375" y="14215"/>
                  <a:pt x="714375" y="31751"/>
                </a:cubicBezTo>
                <a:lnTo>
                  <a:pt x="714375" y="158749"/>
                </a:lnTo>
                <a:cubicBezTo>
                  <a:pt x="714375" y="176285"/>
                  <a:pt x="700160" y="190500"/>
                  <a:pt x="682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80269" y="4381500"/>
            <a:ext cx="7620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Audit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458475" y="4381500"/>
            <a:ext cx="674688" cy="190500"/>
          </a:xfrm>
          <a:custGeom>
            <a:avLst/>
            <a:gdLst/>
            <a:ahLst/>
            <a:cxnLst/>
            <a:rect l="l" t="t" r="r" b="b"/>
            <a:pathLst>
              <a:path w="674688" h="190500">
                <a:moveTo>
                  <a:pt x="31751" y="0"/>
                </a:moveTo>
                <a:lnTo>
                  <a:pt x="642937" y="0"/>
                </a:lnTo>
                <a:cubicBezTo>
                  <a:pt x="660472" y="0"/>
                  <a:pt x="674688" y="14215"/>
                  <a:pt x="674688" y="31751"/>
                </a:cubicBezTo>
                <a:lnTo>
                  <a:pt x="674688" y="158749"/>
                </a:lnTo>
                <a:cubicBezTo>
                  <a:pt x="674688" y="176285"/>
                  <a:pt x="660472" y="190500"/>
                  <a:pt x="642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58475" y="4381500"/>
            <a:ext cx="722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56480" y="4794250"/>
            <a:ext cx="7373938" cy="1206500"/>
          </a:xfrm>
          <a:custGeom>
            <a:avLst/>
            <a:gdLst/>
            <a:ahLst/>
            <a:cxnLst/>
            <a:rect l="l" t="t" r="r" b="b"/>
            <a:pathLst>
              <a:path w="7373938" h="1206500">
                <a:moveTo>
                  <a:pt x="31750" y="0"/>
                </a:moveTo>
                <a:lnTo>
                  <a:pt x="7310439" y="0"/>
                </a:lnTo>
                <a:cubicBezTo>
                  <a:pt x="7345508" y="0"/>
                  <a:pt x="7373938" y="28429"/>
                  <a:pt x="7373938" y="63498"/>
                </a:cubicBezTo>
                <a:lnTo>
                  <a:pt x="7373938" y="1143002"/>
                </a:lnTo>
                <a:cubicBezTo>
                  <a:pt x="7373938" y="1178071"/>
                  <a:pt x="7345508" y="1206500"/>
                  <a:pt x="7310439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20000"/>
                </a:srgbClr>
              </a:gs>
              <a:gs pos="100000">
                <a:srgbClr val="5C7A9E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56480" y="479425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99355" y="4921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1730" y="492125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70855" y="4921250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Pilot Deployment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56585" y="4921250"/>
            <a:ext cx="841375" cy="222250"/>
          </a:xfrm>
          <a:custGeom>
            <a:avLst/>
            <a:gdLst/>
            <a:ahLst/>
            <a:cxnLst/>
            <a:rect l="l" t="t" r="r" b="b"/>
            <a:pathLst>
              <a:path w="841375" h="222250">
                <a:moveTo>
                  <a:pt x="31751" y="0"/>
                </a:moveTo>
                <a:lnTo>
                  <a:pt x="809624" y="0"/>
                </a:lnTo>
                <a:cubicBezTo>
                  <a:pt x="827160" y="0"/>
                  <a:pt x="841375" y="14215"/>
                  <a:pt x="841375" y="31751"/>
                </a:cubicBezTo>
                <a:lnTo>
                  <a:pt x="841375" y="190499"/>
                </a:lnTo>
                <a:cubicBezTo>
                  <a:pt x="841375" y="208035"/>
                  <a:pt x="827160" y="222250"/>
                  <a:pt x="8096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56585" y="4921250"/>
            <a:ext cx="896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C7A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19-22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0855" y="5207000"/>
            <a:ext cx="65960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to 2-3 subcenters to validate real-world network stability, user experience, and operational workflows. Gather feedback and iterate.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70855" y="5683250"/>
            <a:ext cx="754063" cy="190500"/>
          </a:xfrm>
          <a:custGeom>
            <a:avLst/>
            <a:gdLst/>
            <a:ahLst/>
            <a:cxnLst/>
            <a:rect l="l" t="t" r="r" b="b"/>
            <a:pathLst>
              <a:path w="754063" h="190500">
                <a:moveTo>
                  <a:pt x="31751" y="0"/>
                </a:moveTo>
                <a:lnTo>
                  <a:pt x="722312" y="0"/>
                </a:lnTo>
                <a:cubicBezTo>
                  <a:pt x="739847" y="0"/>
                  <a:pt x="754063" y="14215"/>
                  <a:pt x="754063" y="31751"/>
                </a:cubicBezTo>
                <a:lnTo>
                  <a:pt x="754063" y="158749"/>
                </a:lnTo>
                <a:cubicBezTo>
                  <a:pt x="754063" y="176285"/>
                  <a:pt x="739847" y="190500"/>
                  <a:pt x="7223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0855" y="5683250"/>
            <a:ext cx="8016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Rollout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791394" y="5683250"/>
            <a:ext cx="769938" cy="190500"/>
          </a:xfrm>
          <a:custGeom>
            <a:avLst/>
            <a:gdLst/>
            <a:ahLst/>
            <a:cxnLst/>
            <a:rect l="l" t="t" r="r" b="b"/>
            <a:pathLst>
              <a:path w="769938" h="190500">
                <a:moveTo>
                  <a:pt x="31751" y="0"/>
                </a:moveTo>
                <a:lnTo>
                  <a:pt x="738187" y="0"/>
                </a:lnTo>
                <a:cubicBezTo>
                  <a:pt x="755722" y="0"/>
                  <a:pt x="769938" y="14215"/>
                  <a:pt x="769938" y="31751"/>
                </a:cubicBezTo>
                <a:lnTo>
                  <a:pt x="769938" y="158749"/>
                </a:lnTo>
                <a:cubicBezTo>
                  <a:pt x="769938" y="176285"/>
                  <a:pt x="755722" y="190500"/>
                  <a:pt x="738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791394" y="5683250"/>
            <a:ext cx="817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Feedback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627808" y="5683250"/>
            <a:ext cx="468313" cy="190500"/>
          </a:xfrm>
          <a:custGeom>
            <a:avLst/>
            <a:gdLst/>
            <a:ahLst/>
            <a:cxnLst/>
            <a:rect l="l" t="t" r="r" b="b"/>
            <a:pathLst>
              <a:path w="468313" h="190500">
                <a:moveTo>
                  <a:pt x="31751" y="0"/>
                </a:moveTo>
                <a:lnTo>
                  <a:pt x="436562" y="0"/>
                </a:lnTo>
                <a:cubicBezTo>
                  <a:pt x="454097" y="0"/>
                  <a:pt x="468313" y="14215"/>
                  <a:pt x="468313" y="31751"/>
                </a:cubicBezTo>
                <a:lnTo>
                  <a:pt x="468313" y="158749"/>
                </a:lnTo>
                <a:cubicBezTo>
                  <a:pt x="468313" y="176285"/>
                  <a:pt x="454097" y="190500"/>
                  <a:pt x="4365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27808" y="5683250"/>
            <a:ext cx="5159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56480" y="6096000"/>
            <a:ext cx="11616450" cy="762000"/>
          </a:xfrm>
          <a:custGeom>
            <a:avLst/>
            <a:gdLst/>
            <a:ahLst/>
            <a:cxnLst/>
            <a:rect l="l" t="t" r="r" b="b"/>
            <a:pathLst>
              <a:path w="7373938" h="1206500">
                <a:moveTo>
                  <a:pt x="31750" y="0"/>
                </a:moveTo>
                <a:lnTo>
                  <a:pt x="7310439" y="0"/>
                </a:lnTo>
                <a:cubicBezTo>
                  <a:pt x="7345508" y="0"/>
                  <a:pt x="7373938" y="28429"/>
                  <a:pt x="7373938" y="63498"/>
                </a:cubicBezTo>
                <a:lnTo>
                  <a:pt x="7373938" y="1143002"/>
                </a:lnTo>
                <a:cubicBezTo>
                  <a:pt x="7373938" y="1178071"/>
                  <a:pt x="7345508" y="1206500"/>
                  <a:pt x="7310439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56479" y="6096000"/>
            <a:ext cx="45719" cy="7620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99355" y="6223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51730" y="62230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0855" y="6223000"/>
            <a:ext cx="952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Rollout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656585" y="6223000"/>
            <a:ext cx="841375" cy="222250"/>
          </a:xfrm>
          <a:custGeom>
            <a:avLst/>
            <a:gdLst/>
            <a:ahLst/>
            <a:cxnLst/>
            <a:rect l="l" t="t" r="r" b="b"/>
            <a:pathLst>
              <a:path w="841375" h="222250">
                <a:moveTo>
                  <a:pt x="31751" y="0"/>
                </a:moveTo>
                <a:lnTo>
                  <a:pt x="809624" y="0"/>
                </a:lnTo>
                <a:cubicBezTo>
                  <a:pt x="827160" y="0"/>
                  <a:pt x="841375" y="14215"/>
                  <a:pt x="841375" y="31751"/>
                </a:cubicBezTo>
                <a:lnTo>
                  <a:pt x="841375" y="190499"/>
                </a:lnTo>
                <a:cubicBezTo>
                  <a:pt x="841375" y="208035"/>
                  <a:pt x="827160" y="222250"/>
                  <a:pt x="8096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656585" y="6223000"/>
            <a:ext cx="896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23-28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54980" y="6386830"/>
            <a:ext cx="106623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across all subcenters, provide comprehensive user training manuals, establish support procedures, and transition to operational phase.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54980" y="6612255"/>
            <a:ext cx="825500" cy="190500"/>
          </a:xfrm>
          <a:custGeom>
            <a:avLst/>
            <a:gdLst/>
            <a:ahLst/>
            <a:cxnLst/>
            <a:rect l="l" t="t" r="r" b="b"/>
            <a:pathLst>
              <a:path w="825500" h="190500">
                <a:moveTo>
                  <a:pt x="31751" y="0"/>
                </a:moveTo>
                <a:lnTo>
                  <a:pt x="793749" y="0"/>
                </a:lnTo>
                <a:cubicBezTo>
                  <a:pt x="811285" y="0"/>
                  <a:pt x="825500" y="14215"/>
                  <a:pt x="825500" y="31751"/>
                </a:cubicBezTo>
                <a:lnTo>
                  <a:pt x="825500" y="158749"/>
                </a:lnTo>
                <a:cubicBezTo>
                  <a:pt x="825500" y="176285"/>
                  <a:pt x="811285" y="190500"/>
                  <a:pt x="793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54980" y="6612255"/>
            <a:ext cx="873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Scale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844393" y="6612255"/>
            <a:ext cx="468313" cy="190500"/>
          </a:xfrm>
          <a:custGeom>
            <a:avLst/>
            <a:gdLst/>
            <a:ahLst/>
            <a:cxnLst/>
            <a:rect l="l" t="t" r="r" b="b"/>
            <a:pathLst>
              <a:path w="468313" h="190500">
                <a:moveTo>
                  <a:pt x="31751" y="0"/>
                </a:moveTo>
                <a:lnTo>
                  <a:pt x="436562" y="0"/>
                </a:lnTo>
                <a:cubicBezTo>
                  <a:pt x="454097" y="0"/>
                  <a:pt x="468313" y="14215"/>
                  <a:pt x="468313" y="31751"/>
                </a:cubicBezTo>
                <a:lnTo>
                  <a:pt x="468313" y="158749"/>
                </a:lnTo>
                <a:cubicBezTo>
                  <a:pt x="468313" y="176285"/>
                  <a:pt x="454097" y="190500"/>
                  <a:pt x="4365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844393" y="6612255"/>
            <a:ext cx="5159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2379017" y="6612255"/>
            <a:ext cx="460375" cy="190500"/>
          </a:xfrm>
          <a:custGeom>
            <a:avLst/>
            <a:gdLst/>
            <a:ahLst/>
            <a:cxnLst/>
            <a:rect l="l" t="t" r="r" b="b"/>
            <a:pathLst>
              <a:path w="460375" h="190500">
                <a:moveTo>
                  <a:pt x="31751" y="0"/>
                </a:moveTo>
                <a:lnTo>
                  <a:pt x="428624" y="0"/>
                </a:lnTo>
                <a:cubicBezTo>
                  <a:pt x="446160" y="0"/>
                  <a:pt x="460375" y="14215"/>
                  <a:pt x="460375" y="31751"/>
                </a:cubicBezTo>
                <a:lnTo>
                  <a:pt x="460375" y="158749"/>
                </a:lnTo>
                <a:cubicBezTo>
                  <a:pt x="460375" y="176285"/>
                  <a:pt x="446160" y="190500"/>
                  <a:pt x="428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379017" y="6612255"/>
            <a:ext cx="5080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898888" y="1018646"/>
            <a:ext cx="3974042" cy="1957917"/>
          </a:xfrm>
          <a:custGeom>
            <a:avLst/>
            <a:gdLst/>
            <a:ahLst/>
            <a:cxnLst/>
            <a:rect l="l" t="t" r="r" b="b"/>
            <a:pathLst>
              <a:path w="3974042" h="1957917">
                <a:moveTo>
                  <a:pt x="63495" y="0"/>
                </a:moveTo>
                <a:lnTo>
                  <a:pt x="3910546" y="0"/>
                </a:lnTo>
                <a:cubicBezTo>
                  <a:pt x="3945614" y="0"/>
                  <a:pt x="3974042" y="28428"/>
                  <a:pt x="3974042" y="63495"/>
                </a:cubicBezTo>
                <a:lnTo>
                  <a:pt x="3974042" y="1894421"/>
                </a:lnTo>
                <a:cubicBezTo>
                  <a:pt x="3974042" y="1929489"/>
                  <a:pt x="3945614" y="1957917"/>
                  <a:pt x="3910546" y="1957917"/>
                </a:cubicBezTo>
                <a:lnTo>
                  <a:pt x="63495" y="1957917"/>
                </a:lnTo>
                <a:cubicBezTo>
                  <a:pt x="28428" y="1957917"/>
                  <a:pt x="0" y="1929489"/>
                  <a:pt x="0" y="1894421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5C7A9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060283" y="1180044"/>
            <a:ext cx="373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Timeline Summary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060283" y="1817690"/>
            <a:ext cx="3651250" cy="5292"/>
          </a:xfrm>
          <a:custGeom>
            <a:avLst/>
            <a:gdLst/>
            <a:ahLst/>
            <a:cxnLst/>
            <a:rect l="l" t="t" r="r" b="b"/>
            <a:pathLst>
              <a:path w="3651250" h="5292">
                <a:moveTo>
                  <a:pt x="0" y="0"/>
                </a:moveTo>
                <a:lnTo>
                  <a:pt x="3651250" y="0"/>
                </a:lnTo>
                <a:lnTo>
                  <a:pt x="365125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060283" y="1561044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Duration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991949" y="1529294"/>
            <a:ext cx="79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~6 months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060283" y="2172234"/>
            <a:ext cx="3651250" cy="5292"/>
          </a:xfrm>
          <a:custGeom>
            <a:avLst/>
            <a:gdLst/>
            <a:ahLst/>
            <a:cxnLst/>
            <a:rect l="l" t="t" r="r" b="b"/>
            <a:pathLst>
              <a:path w="3651250" h="5292">
                <a:moveTo>
                  <a:pt x="0" y="0"/>
                </a:moveTo>
                <a:lnTo>
                  <a:pt x="3651250" y="0"/>
                </a:lnTo>
                <a:lnTo>
                  <a:pt x="365125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060283" y="1931464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152601" y="1915589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C7A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weeks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060283" y="2526771"/>
            <a:ext cx="3651250" cy="5292"/>
          </a:xfrm>
          <a:custGeom>
            <a:avLst/>
            <a:gdLst/>
            <a:ahLst/>
            <a:cxnLst/>
            <a:rect l="l" t="t" r="r" b="b"/>
            <a:pathLst>
              <a:path w="3651250" h="5292">
                <a:moveTo>
                  <a:pt x="0" y="0"/>
                </a:moveTo>
                <a:lnTo>
                  <a:pt x="3651250" y="0"/>
                </a:lnTo>
                <a:lnTo>
                  <a:pt x="365125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060283" y="2286000"/>
            <a:ext cx="42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223212" y="2270125"/>
            <a:ext cx="54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weeks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060283" y="2640544"/>
            <a:ext cx="65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1152601" y="2624669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weeks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898888" y="3108859"/>
            <a:ext cx="3974042" cy="1688042"/>
          </a:xfrm>
          <a:custGeom>
            <a:avLst/>
            <a:gdLst/>
            <a:ahLst/>
            <a:cxnLst/>
            <a:rect l="l" t="t" r="r" b="b"/>
            <a:pathLst>
              <a:path w="3974042" h="1688042">
                <a:moveTo>
                  <a:pt x="63504" y="0"/>
                </a:moveTo>
                <a:lnTo>
                  <a:pt x="3910538" y="0"/>
                </a:lnTo>
                <a:cubicBezTo>
                  <a:pt x="3945610" y="0"/>
                  <a:pt x="3974042" y="28432"/>
                  <a:pt x="3974042" y="63504"/>
                </a:cubicBezTo>
                <a:lnTo>
                  <a:pt x="3974042" y="1624538"/>
                </a:lnTo>
                <a:cubicBezTo>
                  <a:pt x="3974042" y="1659610"/>
                  <a:pt x="3945610" y="1688042"/>
                  <a:pt x="3910538" y="1688042"/>
                </a:cubicBezTo>
                <a:lnTo>
                  <a:pt x="63504" y="1688042"/>
                </a:lnTo>
                <a:cubicBezTo>
                  <a:pt x="28432" y="1688042"/>
                  <a:pt x="0" y="1659610"/>
                  <a:pt x="0" y="162453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gradFill flip="none" rotWithShape="1">
            <a:gsLst>
              <a:gs pos="0">
                <a:srgbClr val="C7A66C">
                  <a:alpha val="20000"/>
                </a:srgbClr>
              </a:gs>
              <a:gs pos="100000">
                <a:srgbClr val="C7A66C">
                  <a:alpha val="5000"/>
                </a:srgbClr>
              </a:gs>
            </a:gsLst>
            <a:lin ang="2700000" scaled="1"/>
          </a:gra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080127" y="3309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0267" y="0"/>
                </a:moveTo>
                <a:lnTo>
                  <a:pt x="102775" y="0"/>
                </a:lnTo>
                <a:cubicBezTo>
                  <a:pt x="110170" y="0"/>
                  <a:pt x="116198" y="6083"/>
                  <a:pt x="115919" y="13450"/>
                </a:cubicBezTo>
                <a:cubicBezTo>
                  <a:pt x="115863" y="14929"/>
                  <a:pt x="115807" y="16408"/>
                  <a:pt x="115723" y="17859"/>
                </a:cubicBezTo>
                <a:lnTo>
                  <a:pt x="129564" y="17859"/>
                </a:lnTo>
                <a:cubicBezTo>
                  <a:pt x="136847" y="17859"/>
                  <a:pt x="143266" y="23887"/>
                  <a:pt x="142708" y="31756"/>
                </a:cubicBezTo>
                <a:cubicBezTo>
                  <a:pt x="140615" y="60694"/>
                  <a:pt x="125825" y="76600"/>
                  <a:pt x="109779" y="84916"/>
                </a:cubicBezTo>
                <a:cubicBezTo>
                  <a:pt x="105370" y="87204"/>
                  <a:pt x="100878" y="88906"/>
                  <a:pt x="96608" y="90162"/>
                </a:cubicBezTo>
                <a:cubicBezTo>
                  <a:pt x="90971" y="98143"/>
                  <a:pt x="85111" y="102357"/>
                  <a:pt x="80451" y="104617"/>
                </a:cubicBezTo>
                <a:lnTo>
                  <a:pt x="80451" y="125016"/>
                </a:lnTo>
                <a:lnTo>
                  <a:pt x="98310" y="125016"/>
                </a:lnTo>
                <a:cubicBezTo>
                  <a:pt x="103250" y="125016"/>
                  <a:pt x="107240" y="129006"/>
                  <a:pt x="107240" y="133945"/>
                </a:cubicBezTo>
                <a:cubicBezTo>
                  <a:pt x="107240" y="138885"/>
                  <a:pt x="103250" y="142875"/>
                  <a:pt x="98310" y="142875"/>
                </a:cubicBezTo>
                <a:lnTo>
                  <a:pt x="44732" y="142875"/>
                </a:lnTo>
                <a:cubicBezTo>
                  <a:pt x="39793" y="142875"/>
                  <a:pt x="35802" y="138885"/>
                  <a:pt x="35802" y="133945"/>
                </a:cubicBezTo>
                <a:cubicBezTo>
                  <a:pt x="35802" y="129006"/>
                  <a:pt x="39793" y="125016"/>
                  <a:pt x="44732" y="125016"/>
                </a:cubicBezTo>
                <a:lnTo>
                  <a:pt x="62592" y="125016"/>
                </a:lnTo>
                <a:lnTo>
                  <a:pt x="62592" y="104617"/>
                </a:lnTo>
                <a:cubicBezTo>
                  <a:pt x="58127" y="102468"/>
                  <a:pt x="52574" y="98478"/>
                  <a:pt x="47160" y="91139"/>
                </a:cubicBezTo>
                <a:cubicBezTo>
                  <a:pt x="42025" y="89799"/>
                  <a:pt x="36444" y="87762"/>
                  <a:pt x="31003" y="84693"/>
                </a:cubicBezTo>
                <a:cubicBezTo>
                  <a:pt x="15906" y="76237"/>
                  <a:pt x="2288" y="60303"/>
                  <a:pt x="335" y="31700"/>
                </a:cubicBezTo>
                <a:cubicBezTo>
                  <a:pt x="-195" y="23859"/>
                  <a:pt x="6195" y="17831"/>
                  <a:pt x="13478" y="17831"/>
                </a:cubicBezTo>
                <a:lnTo>
                  <a:pt x="27319" y="17831"/>
                </a:lnTo>
                <a:cubicBezTo>
                  <a:pt x="27236" y="16380"/>
                  <a:pt x="27180" y="14929"/>
                  <a:pt x="27124" y="13422"/>
                </a:cubicBezTo>
                <a:cubicBezTo>
                  <a:pt x="26845" y="6028"/>
                  <a:pt x="32872" y="-28"/>
                  <a:pt x="40267" y="-28"/>
                </a:cubicBezTo>
                <a:close/>
                <a:moveTo>
                  <a:pt x="28324" y="31254"/>
                </a:moveTo>
                <a:lnTo>
                  <a:pt x="13701" y="31254"/>
                </a:lnTo>
                <a:cubicBezTo>
                  <a:pt x="15432" y="54890"/>
                  <a:pt x="26287" y="66722"/>
                  <a:pt x="37477" y="73000"/>
                </a:cubicBezTo>
                <a:cubicBezTo>
                  <a:pt x="33458" y="62592"/>
                  <a:pt x="30138" y="49002"/>
                  <a:pt x="28324" y="31254"/>
                </a:cubicBezTo>
                <a:close/>
                <a:moveTo>
                  <a:pt x="106040" y="71661"/>
                </a:moveTo>
                <a:cubicBezTo>
                  <a:pt x="117342" y="65019"/>
                  <a:pt x="127555" y="53215"/>
                  <a:pt x="129285" y="31254"/>
                </a:cubicBezTo>
                <a:lnTo>
                  <a:pt x="114691" y="31254"/>
                </a:lnTo>
                <a:cubicBezTo>
                  <a:pt x="112961" y="48248"/>
                  <a:pt x="109835" y="61447"/>
                  <a:pt x="106040" y="71661"/>
                </a:cubicBez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242846" y="3270250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A6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083104" y="36195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262689" y="3587750"/>
            <a:ext cx="121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99.5% uptime achieved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083104" y="38417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262689" y="3810000"/>
            <a:ext cx="130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 override delivery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8083104" y="40640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262689" y="4032250"/>
            <a:ext cx="143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Zero-touch recovery verified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083104" y="42862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8262689" y="4254500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training completed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8083104" y="45085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262689" y="4476750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audit passed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7898888" y="4929190"/>
            <a:ext cx="3974042" cy="878417"/>
          </a:xfrm>
          <a:custGeom>
            <a:avLst/>
            <a:gdLst/>
            <a:ahLst/>
            <a:cxnLst/>
            <a:rect l="l" t="t" r="r" b="b"/>
            <a:pathLst>
              <a:path w="3974042" h="878417">
                <a:moveTo>
                  <a:pt x="63501" y="0"/>
                </a:moveTo>
                <a:lnTo>
                  <a:pt x="3910541" y="0"/>
                </a:lnTo>
                <a:cubicBezTo>
                  <a:pt x="3945611" y="0"/>
                  <a:pt x="3974042" y="28430"/>
                  <a:pt x="3974042" y="63501"/>
                </a:cubicBezTo>
                <a:lnTo>
                  <a:pt x="3974042" y="814916"/>
                </a:lnTo>
                <a:cubicBezTo>
                  <a:pt x="3974042" y="849986"/>
                  <a:pt x="3945611" y="878417"/>
                  <a:pt x="3910541" y="878417"/>
                </a:cubicBezTo>
                <a:lnTo>
                  <a:pt x="63501" y="878417"/>
                </a:lnTo>
                <a:cubicBezTo>
                  <a:pt x="28430" y="878417"/>
                  <a:pt x="0" y="849986"/>
                  <a:pt x="0" y="81491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8028533" y="5058839"/>
            <a:ext cx="377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8028533" y="5312839"/>
            <a:ext cx="37703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approach minimizes deployment risk. Pilot validation ensures production readiness before enterprise-wide rollout.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ys3fual5xuya/images/final_futur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1A1D21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943486" y="-78976"/>
            <a:ext cx="4308707" cy="489415"/>
          </a:xfrm>
          <a:custGeom>
            <a:avLst/>
            <a:gdLst/>
            <a:ahLst/>
            <a:cxnLst/>
            <a:rect l="l" t="t" r="r" b="b"/>
            <a:pathLst>
              <a:path w="4308707" h="489415">
                <a:moveTo>
                  <a:pt x="37171" y="0"/>
                </a:moveTo>
                <a:lnTo>
                  <a:pt x="4271536" y="0"/>
                </a:lnTo>
                <a:cubicBezTo>
                  <a:pt x="4292065" y="0"/>
                  <a:pt x="4308707" y="16642"/>
                  <a:pt x="4308707" y="37171"/>
                </a:cubicBezTo>
                <a:lnTo>
                  <a:pt x="4308707" y="452244"/>
                </a:lnTo>
                <a:cubicBezTo>
                  <a:pt x="4308707" y="472773"/>
                  <a:pt x="4292065" y="489415"/>
                  <a:pt x="4271536" y="489415"/>
                </a:cubicBezTo>
                <a:lnTo>
                  <a:pt x="37171" y="489415"/>
                </a:lnTo>
                <a:cubicBezTo>
                  <a:pt x="16656" y="489415"/>
                  <a:pt x="0" y="472759"/>
                  <a:pt x="0" y="452244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127791" y="72799"/>
            <a:ext cx="393641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kern="0" spc="395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Recommendation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98756" y="636549"/>
            <a:ext cx="9794488" cy="2090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9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 Corporate Communications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90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 Cloud-Native Digital Signage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01268" y="2950427"/>
            <a:ext cx="1189463" cy="37171"/>
          </a:xfrm>
          <a:custGeom>
            <a:avLst/>
            <a:gdLst/>
            <a:ahLst/>
            <a:cxnLst/>
            <a:rect l="l" t="t" r="r" b="b"/>
            <a:pathLst>
              <a:path w="1189463" h="37171">
                <a:moveTo>
                  <a:pt x="0" y="0"/>
                </a:moveTo>
                <a:lnTo>
                  <a:pt x="1189463" y="0"/>
                </a:lnTo>
                <a:lnTo>
                  <a:pt x="1189463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86415" y="3284963"/>
            <a:ext cx="8419171" cy="1208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63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cloud-hosted enterprise digital signage system represents a transformative investment in unified corporate communications. With proven cloud architecture, native Android app deployment, hierarchical content management, and enterprise-grade security, this solution delivers immediate operational control and long-term scalability.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41244" y="4867817"/>
            <a:ext cx="2208561" cy="1400098"/>
          </a:xfrm>
          <a:custGeom>
            <a:avLst/>
            <a:gdLst/>
            <a:ahLst/>
            <a:cxnLst/>
            <a:rect l="l" t="t" r="r" b="b"/>
            <a:pathLst>
              <a:path w="2208561" h="1400098">
                <a:moveTo>
                  <a:pt x="74345" y="0"/>
                </a:moveTo>
                <a:lnTo>
                  <a:pt x="2134216" y="0"/>
                </a:lnTo>
                <a:cubicBezTo>
                  <a:pt x="2175276" y="0"/>
                  <a:pt x="2208561" y="33285"/>
                  <a:pt x="2208561" y="74345"/>
                </a:cubicBezTo>
                <a:lnTo>
                  <a:pt x="2208561" y="1325752"/>
                </a:lnTo>
                <a:cubicBezTo>
                  <a:pt x="2208561" y="1366812"/>
                  <a:pt x="2175276" y="1400098"/>
                  <a:pt x="2134216" y="1400098"/>
                </a:cubicBezTo>
                <a:lnTo>
                  <a:pt x="74345" y="1400098"/>
                </a:lnTo>
                <a:cubicBezTo>
                  <a:pt x="33313" y="1400098"/>
                  <a:pt x="0" y="1366785"/>
                  <a:pt x="0" y="1325752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89485" y="5056780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0" y="182950"/>
                </a:moveTo>
                <a:cubicBezTo>
                  <a:pt x="0" y="226237"/>
                  <a:pt x="35120" y="261357"/>
                  <a:pt x="78407" y="261357"/>
                </a:cubicBezTo>
                <a:lnTo>
                  <a:pt x="243933" y="261357"/>
                </a:lnTo>
                <a:cubicBezTo>
                  <a:pt x="282429" y="261357"/>
                  <a:pt x="313628" y="230157"/>
                  <a:pt x="313628" y="191662"/>
                </a:cubicBezTo>
                <a:cubicBezTo>
                  <a:pt x="313628" y="163566"/>
                  <a:pt x="297021" y="139336"/>
                  <a:pt x="273063" y="128337"/>
                </a:cubicBezTo>
                <a:cubicBezTo>
                  <a:pt x="276711" y="121204"/>
                  <a:pt x="278780" y="113091"/>
                  <a:pt x="278780" y="104543"/>
                </a:cubicBezTo>
                <a:cubicBezTo>
                  <a:pt x="278780" y="75685"/>
                  <a:pt x="255367" y="52271"/>
                  <a:pt x="226509" y="52271"/>
                </a:cubicBezTo>
                <a:cubicBezTo>
                  <a:pt x="216872" y="52271"/>
                  <a:pt x="207887" y="54885"/>
                  <a:pt x="200156" y="59404"/>
                </a:cubicBezTo>
                <a:cubicBezTo>
                  <a:pt x="187033" y="34466"/>
                  <a:pt x="160843" y="17424"/>
                  <a:pt x="130678" y="17424"/>
                </a:cubicBezTo>
                <a:cubicBezTo>
                  <a:pt x="87391" y="17424"/>
                  <a:pt x="52271" y="52544"/>
                  <a:pt x="52271" y="95831"/>
                </a:cubicBezTo>
                <a:cubicBezTo>
                  <a:pt x="52271" y="100187"/>
                  <a:pt x="52652" y="104488"/>
                  <a:pt x="53306" y="108626"/>
                </a:cubicBezTo>
                <a:cubicBezTo>
                  <a:pt x="22324" y="119081"/>
                  <a:pt x="0" y="148429"/>
                  <a:pt x="0" y="182950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60500" y="5447073"/>
            <a:ext cx="1970049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5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3024" y="5855951"/>
            <a:ext cx="1905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75927" y="4867817"/>
            <a:ext cx="2208561" cy="1400098"/>
          </a:xfrm>
          <a:custGeom>
            <a:avLst/>
            <a:gdLst/>
            <a:ahLst/>
            <a:cxnLst/>
            <a:rect l="l" t="t" r="r" b="b"/>
            <a:pathLst>
              <a:path w="2208561" h="1400098">
                <a:moveTo>
                  <a:pt x="74345" y="0"/>
                </a:moveTo>
                <a:lnTo>
                  <a:pt x="2134216" y="0"/>
                </a:lnTo>
                <a:cubicBezTo>
                  <a:pt x="2175276" y="0"/>
                  <a:pt x="2208561" y="33285"/>
                  <a:pt x="2208561" y="74345"/>
                </a:cubicBezTo>
                <a:lnTo>
                  <a:pt x="2208561" y="1325752"/>
                </a:lnTo>
                <a:cubicBezTo>
                  <a:pt x="2208561" y="1366812"/>
                  <a:pt x="2175276" y="1400098"/>
                  <a:pt x="2134216" y="1400098"/>
                </a:cubicBezTo>
                <a:lnTo>
                  <a:pt x="74345" y="1400098"/>
                </a:lnTo>
                <a:cubicBezTo>
                  <a:pt x="33313" y="1400098"/>
                  <a:pt x="0" y="1366785"/>
                  <a:pt x="0" y="1325752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9015" y="5056780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184474" y="-5390"/>
                </a:moveTo>
                <a:cubicBezTo>
                  <a:pt x="190954" y="-708"/>
                  <a:pt x="193350" y="7786"/>
                  <a:pt x="190409" y="15191"/>
                </a:cubicBezTo>
                <a:lnTo>
                  <a:pt x="147721" y="121966"/>
                </a:lnTo>
                <a:lnTo>
                  <a:pt x="226509" y="121966"/>
                </a:lnTo>
                <a:cubicBezTo>
                  <a:pt x="233860" y="121966"/>
                  <a:pt x="240394" y="126540"/>
                  <a:pt x="242898" y="133455"/>
                </a:cubicBezTo>
                <a:cubicBezTo>
                  <a:pt x="245403" y="140370"/>
                  <a:pt x="243280" y="148102"/>
                  <a:pt x="237671" y="152785"/>
                </a:cubicBezTo>
                <a:lnTo>
                  <a:pt x="80857" y="283463"/>
                </a:lnTo>
                <a:cubicBezTo>
                  <a:pt x="74704" y="288581"/>
                  <a:pt x="65938" y="288854"/>
                  <a:pt x="59459" y="284171"/>
                </a:cubicBezTo>
                <a:cubicBezTo>
                  <a:pt x="52979" y="279488"/>
                  <a:pt x="50583" y="270994"/>
                  <a:pt x="53524" y="263589"/>
                </a:cubicBezTo>
                <a:lnTo>
                  <a:pt x="96212" y="156814"/>
                </a:lnTo>
                <a:lnTo>
                  <a:pt x="17424" y="156814"/>
                </a:lnTo>
                <a:cubicBezTo>
                  <a:pt x="10073" y="156814"/>
                  <a:pt x="3539" y="152240"/>
                  <a:pt x="1035" y="145325"/>
                </a:cubicBezTo>
                <a:cubicBezTo>
                  <a:pt x="-1470" y="138410"/>
                  <a:pt x="653" y="130678"/>
                  <a:pt x="6262" y="125996"/>
                </a:cubicBezTo>
                <a:lnTo>
                  <a:pt x="163076" y="-4683"/>
                </a:lnTo>
                <a:cubicBezTo>
                  <a:pt x="169228" y="-9801"/>
                  <a:pt x="177995" y="-10073"/>
                  <a:pt x="184474" y="-539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95183" y="5447073"/>
            <a:ext cx="1970049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5" b="1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27708" y="5855951"/>
            <a:ext cx="1905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Speed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0610" y="4867817"/>
            <a:ext cx="2208561" cy="1400098"/>
          </a:xfrm>
          <a:custGeom>
            <a:avLst/>
            <a:gdLst/>
            <a:ahLst/>
            <a:cxnLst/>
            <a:rect l="l" t="t" r="r" b="b"/>
            <a:pathLst>
              <a:path w="2208561" h="1400098">
                <a:moveTo>
                  <a:pt x="74345" y="0"/>
                </a:moveTo>
                <a:lnTo>
                  <a:pt x="2134216" y="0"/>
                </a:lnTo>
                <a:cubicBezTo>
                  <a:pt x="2175276" y="0"/>
                  <a:pt x="2208561" y="33285"/>
                  <a:pt x="2208561" y="74345"/>
                </a:cubicBezTo>
                <a:lnTo>
                  <a:pt x="2208561" y="1325752"/>
                </a:lnTo>
                <a:cubicBezTo>
                  <a:pt x="2208561" y="1366812"/>
                  <a:pt x="2175276" y="1400098"/>
                  <a:pt x="2134216" y="1400098"/>
                </a:cubicBezTo>
                <a:lnTo>
                  <a:pt x="74345" y="1400098"/>
                </a:lnTo>
                <a:cubicBezTo>
                  <a:pt x="33313" y="1400098"/>
                  <a:pt x="0" y="1366785"/>
                  <a:pt x="0" y="1325752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C7A66C">
              <a:alpha val="10196"/>
            </a:srgbClr>
          </a:solidFill>
          <a:ln w="8467">
            <a:solidFill>
              <a:srgbClr val="C7A66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76274" y="5056780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139390" y="0"/>
                </a:moveTo>
                <a:cubicBezTo>
                  <a:pt x="141895" y="0"/>
                  <a:pt x="144400" y="544"/>
                  <a:pt x="146686" y="1579"/>
                </a:cubicBezTo>
                <a:lnTo>
                  <a:pt x="249269" y="45084"/>
                </a:lnTo>
                <a:cubicBezTo>
                  <a:pt x="261248" y="50148"/>
                  <a:pt x="270177" y="61963"/>
                  <a:pt x="270123" y="76229"/>
                </a:cubicBezTo>
                <a:cubicBezTo>
                  <a:pt x="269851" y="130243"/>
                  <a:pt x="247635" y="229068"/>
                  <a:pt x="153819" y="273989"/>
                </a:cubicBezTo>
                <a:cubicBezTo>
                  <a:pt x="144726" y="278345"/>
                  <a:pt x="134163" y="278345"/>
                  <a:pt x="125070" y="273989"/>
                </a:cubicBezTo>
                <a:cubicBezTo>
                  <a:pt x="31199" y="229068"/>
                  <a:pt x="9039" y="130243"/>
                  <a:pt x="8766" y="76229"/>
                </a:cubicBezTo>
                <a:cubicBezTo>
                  <a:pt x="8712" y="61963"/>
                  <a:pt x="17642" y="50148"/>
                  <a:pt x="29620" y="45084"/>
                </a:cubicBezTo>
                <a:lnTo>
                  <a:pt x="132148" y="1579"/>
                </a:lnTo>
                <a:cubicBezTo>
                  <a:pt x="134435" y="544"/>
                  <a:pt x="136886" y="0"/>
                  <a:pt x="139390" y="0"/>
                </a:cubicBezTo>
                <a:close/>
                <a:moveTo>
                  <a:pt x="139390" y="36372"/>
                </a:moveTo>
                <a:lnTo>
                  <a:pt x="139390" y="242245"/>
                </a:lnTo>
                <a:cubicBezTo>
                  <a:pt x="214530" y="205873"/>
                  <a:pt x="234731" y="125288"/>
                  <a:pt x="235221" y="77046"/>
                </a:cubicBezTo>
                <a:lnTo>
                  <a:pt x="139390" y="36427"/>
                </a:lnTo>
                <a:lnTo>
                  <a:pt x="139390" y="36427"/>
                </a:lnTo>
                <a:close/>
              </a:path>
            </a:pathLst>
          </a:custGeom>
          <a:solidFill>
            <a:srgbClr val="C7A6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29866" y="5447073"/>
            <a:ext cx="1970049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5" b="1" dirty="0">
                <a:solidFill>
                  <a:srgbClr val="C7A6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TLS 1.3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2390" y="5855951"/>
            <a:ext cx="1905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645293" y="4867817"/>
            <a:ext cx="2208561" cy="1400098"/>
          </a:xfrm>
          <a:custGeom>
            <a:avLst/>
            <a:gdLst/>
            <a:ahLst/>
            <a:cxnLst/>
            <a:rect l="l" t="t" r="r" b="b"/>
            <a:pathLst>
              <a:path w="2208561" h="1400098">
                <a:moveTo>
                  <a:pt x="74345" y="0"/>
                </a:moveTo>
                <a:lnTo>
                  <a:pt x="2134216" y="0"/>
                </a:lnTo>
                <a:cubicBezTo>
                  <a:pt x="2175276" y="0"/>
                  <a:pt x="2208561" y="33285"/>
                  <a:pt x="2208561" y="74345"/>
                </a:cubicBezTo>
                <a:lnTo>
                  <a:pt x="2208561" y="1325752"/>
                </a:lnTo>
                <a:cubicBezTo>
                  <a:pt x="2208561" y="1366812"/>
                  <a:pt x="2175276" y="1400098"/>
                  <a:pt x="2134216" y="1400098"/>
                </a:cubicBezTo>
                <a:lnTo>
                  <a:pt x="74345" y="1400098"/>
                </a:lnTo>
                <a:cubicBezTo>
                  <a:pt x="33313" y="1400098"/>
                  <a:pt x="0" y="1366785"/>
                  <a:pt x="0" y="1325752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5C7A9E">
              <a:alpha val="10196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610957" y="5056780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69695" y="174238"/>
                </a:moveTo>
                <a:lnTo>
                  <a:pt x="13340" y="174238"/>
                </a:lnTo>
                <a:cubicBezTo>
                  <a:pt x="-218" y="174238"/>
                  <a:pt x="-8549" y="159482"/>
                  <a:pt x="-1579" y="147830"/>
                </a:cubicBezTo>
                <a:lnTo>
                  <a:pt x="27225" y="99806"/>
                </a:lnTo>
                <a:cubicBezTo>
                  <a:pt x="31962" y="91910"/>
                  <a:pt x="40456" y="87119"/>
                  <a:pt x="49658" y="87119"/>
                </a:cubicBezTo>
                <a:lnTo>
                  <a:pt x="101385" y="87119"/>
                </a:lnTo>
                <a:cubicBezTo>
                  <a:pt x="142821" y="16934"/>
                  <a:pt x="204621" y="13395"/>
                  <a:pt x="245948" y="19438"/>
                </a:cubicBezTo>
                <a:cubicBezTo>
                  <a:pt x="252917" y="20473"/>
                  <a:pt x="258362" y="25918"/>
                  <a:pt x="259342" y="32833"/>
                </a:cubicBezTo>
                <a:cubicBezTo>
                  <a:pt x="265386" y="74160"/>
                  <a:pt x="261847" y="135960"/>
                  <a:pt x="191662" y="177396"/>
                </a:cubicBezTo>
                <a:lnTo>
                  <a:pt x="191662" y="229123"/>
                </a:lnTo>
                <a:cubicBezTo>
                  <a:pt x="191662" y="238325"/>
                  <a:pt x="186870" y="246819"/>
                  <a:pt x="178975" y="251556"/>
                </a:cubicBezTo>
                <a:lnTo>
                  <a:pt x="130951" y="280360"/>
                </a:lnTo>
                <a:cubicBezTo>
                  <a:pt x="119353" y="287329"/>
                  <a:pt x="104543" y="278944"/>
                  <a:pt x="104543" y="265440"/>
                </a:cubicBezTo>
                <a:lnTo>
                  <a:pt x="104543" y="209085"/>
                </a:lnTo>
                <a:cubicBezTo>
                  <a:pt x="104543" y="189865"/>
                  <a:pt x="88916" y="174238"/>
                  <a:pt x="69695" y="174238"/>
                </a:cubicBezTo>
                <a:lnTo>
                  <a:pt x="69641" y="174238"/>
                </a:lnTo>
                <a:close/>
                <a:moveTo>
                  <a:pt x="217797" y="87119"/>
                </a:moveTo>
                <a:cubicBezTo>
                  <a:pt x="217797" y="72694"/>
                  <a:pt x="206086" y="60983"/>
                  <a:pt x="191662" y="60983"/>
                </a:cubicBezTo>
                <a:cubicBezTo>
                  <a:pt x="177237" y="60983"/>
                  <a:pt x="165526" y="72694"/>
                  <a:pt x="165526" y="87119"/>
                </a:cubicBezTo>
                <a:cubicBezTo>
                  <a:pt x="165526" y="101544"/>
                  <a:pt x="177237" y="113255"/>
                  <a:pt x="191662" y="113255"/>
                </a:cubicBezTo>
                <a:cubicBezTo>
                  <a:pt x="206086" y="113255"/>
                  <a:pt x="217797" y="101544"/>
                  <a:pt x="217797" y="87119"/>
                </a:cubicBezTo>
                <a:close/>
              </a:path>
            </a:pathLst>
          </a:custGeom>
          <a:solidFill>
            <a:srgbClr val="5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764549" y="5447073"/>
            <a:ext cx="1970049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5" b="1" dirty="0">
                <a:solidFill>
                  <a:srgbClr val="5C7A9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~6 mo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797073" y="5855951"/>
            <a:ext cx="190500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65617" y="646338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92927" y="185854"/>
                </a:moveTo>
                <a:cubicBezTo>
                  <a:pt x="144215" y="185854"/>
                  <a:pt x="185854" y="144215"/>
                  <a:pt x="185854" y="92927"/>
                </a:cubicBezTo>
                <a:cubicBezTo>
                  <a:pt x="185854" y="41639"/>
                  <a:pt x="144215" y="0"/>
                  <a:pt x="92927" y="0"/>
                </a:cubicBezTo>
                <a:cubicBezTo>
                  <a:pt x="41639" y="0"/>
                  <a:pt x="0" y="41639"/>
                  <a:pt x="0" y="92927"/>
                </a:cubicBezTo>
                <a:cubicBezTo>
                  <a:pt x="0" y="144215"/>
                  <a:pt x="41639" y="185854"/>
                  <a:pt x="92927" y="185854"/>
                </a:cubicBezTo>
                <a:close/>
                <a:moveTo>
                  <a:pt x="123564" y="77209"/>
                </a:moveTo>
                <a:lnTo>
                  <a:pt x="94524" y="123673"/>
                </a:lnTo>
                <a:cubicBezTo>
                  <a:pt x="92999" y="126105"/>
                  <a:pt x="90386" y="127629"/>
                  <a:pt x="87518" y="127774"/>
                </a:cubicBezTo>
                <a:cubicBezTo>
                  <a:pt x="84651" y="127920"/>
                  <a:pt x="81892" y="126613"/>
                  <a:pt x="80186" y="124290"/>
                </a:cubicBezTo>
                <a:lnTo>
                  <a:pt x="62762" y="101058"/>
                </a:lnTo>
                <a:cubicBezTo>
                  <a:pt x="59858" y="97210"/>
                  <a:pt x="60657" y="91765"/>
                  <a:pt x="64504" y="88861"/>
                </a:cubicBezTo>
                <a:cubicBezTo>
                  <a:pt x="68352" y="85957"/>
                  <a:pt x="73797" y="86756"/>
                  <a:pt x="76701" y="90604"/>
                </a:cubicBezTo>
                <a:lnTo>
                  <a:pt x="86502" y="103671"/>
                </a:lnTo>
                <a:lnTo>
                  <a:pt x="108790" y="67989"/>
                </a:lnTo>
                <a:cubicBezTo>
                  <a:pt x="111331" y="63923"/>
                  <a:pt x="116703" y="62653"/>
                  <a:pt x="120805" y="65230"/>
                </a:cubicBezTo>
                <a:cubicBezTo>
                  <a:pt x="124907" y="67808"/>
                  <a:pt x="126141" y="73144"/>
                  <a:pt x="123564" y="7724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44398" y="6426212"/>
            <a:ext cx="155187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Architecture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78161" y="6407627"/>
            <a:ext cx="37171" cy="297366"/>
          </a:xfrm>
          <a:custGeom>
            <a:avLst/>
            <a:gdLst/>
            <a:ahLst/>
            <a:cxnLst/>
            <a:rect l="l" t="t" r="r" b="b"/>
            <a:pathLst>
              <a:path w="37171" h="297366">
                <a:moveTo>
                  <a:pt x="0" y="0"/>
                </a:moveTo>
                <a:lnTo>
                  <a:pt x="37171" y="0"/>
                </a:lnTo>
                <a:lnTo>
                  <a:pt x="37171" y="297366"/>
                </a:lnTo>
                <a:lnTo>
                  <a:pt x="0" y="297366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361588" y="646338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92927" y="185854"/>
                </a:moveTo>
                <a:cubicBezTo>
                  <a:pt x="144215" y="185854"/>
                  <a:pt x="185854" y="144215"/>
                  <a:pt x="185854" y="92927"/>
                </a:cubicBezTo>
                <a:cubicBezTo>
                  <a:pt x="185854" y="41639"/>
                  <a:pt x="144215" y="0"/>
                  <a:pt x="92927" y="0"/>
                </a:cubicBezTo>
                <a:cubicBezTo>
                  <a:pt x="41639" y="0"/>
                  <a:pt x="0" y="41639"/>
                  <a:pt x="0" y="92927"/>
                </a:cubicBezTo>
                <a:cubicBezTo>
                  <a:pt x="0" y="144215"/>
                  <a:pt x="41639" y="185854"/>
                  <a:pt x="92927" y="185854"/>
                </a:cubicBezTo>
                <a:close/>
                <a:moveTo>
                  <a:pt x="123564" y="77209"/>
                </a:moveTo>
                <a:lnTo>
                  <a:pt x="94524" y="123673"/>
                </a:lnTo>
                <a:cubicBezTo>
                  <a:pt x="92999" y="126105"/>
                  <a:pt x="90386" y="127629"/>
                  <a:pt x="87518" y="127774"/>
                </a:cubicBezTo>
                <a:cubicBezTo>
                  <a:pt x="84651" y="127920"/>
                  <a:pt x="81892" y="126613"/>
                  <a:pt x="80186" y="124290"/>
                </a:cubicBezTo>
                <a:lnTo>
                  <a:pt x="62762" y="101058"/>
                </a:lnTo>
                <a:cubicBezTo>
                  <a:pt x="59858" y="97210"/>
                  <a:pt x="60657" y="91765"/>
                  <a:pt x="64504" y="88861"/>
                </a:cubicBezTo>
                <a:cubicBezTo>
                  <a:pt x="68352" y="85957"/>
                  <a:pt x="73797" y="86756"/>
                  <a:pt x="76701" y="90604"/>
                </a:cubicBezTo>
                <a:lnTo>
                  <a:pt x="86502" y="103671"/>
                </a:lnTo>
                <a:lnTo>
                  <a:pt x="108790" y="67989"/>
                </a:lnTo>
                <a:cubicBezTo>
                  <a:pt x="111331" y="63923"/>
                  <a:pt x="116703" y="62653"/>
                  <a:pt x="120805" y="65230"/>
                </a:cubicBezTo>
                <a:cubicBezTo>
                  <a:pt x="124907" y="67808"/>
                  <a:pt x="126141" y="73144"/>
                  <a:pt x="123564" y="7724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40368" y="6426212"/>
            <a:ext cx="149612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318278" y="6407627"/>
            <a:ext cx="37171" cy="297366"/>
          </a:xfrm>
          <a:custGeom>
            <a:avLst/>
            <a:gdLst/>
            <a:ahLst/>
            <a:cxnLst/>
            <a:rect l="l" t="t" r="r" b="b"/>
            <a:pathLst>
              <a:path w="37171" h="297366">
                <a:moveTo>
                  <a:pt x="0" y="0"/>
                </a:moveTo>
                <a:lnTo>
                  <a:pt x="37171" y="0"/>
                </a:lnTo>
                <a:lnTo>
                  <a:pt x="37171" y="297366"/>
                </a:lnTo>
                <a:lnTo>
                  <a:pt x="0" y="297366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601705" y="6463383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92927" y="185854"/>
                </a:moveTo>
                <a:cubicBezTo>
                  <a:pt x="144215" y="185854"/>
                  <a:pt x="185854" y="144215"/>
                  <a:pt x="185854" y="92927"/>
                </a:cubicBezTo>
                <a:cubicBezTo>
                  <a:pt x="185854" y="41639"/>
                  <a:pt x="144215" y="0"/>
                  <a:pt x="92927" y="0"/>
                </a:cubicBezTo>
                <a:cubicBezTo>
                  <a:pt x="41639" y="0"/>
                  <a:pt x="0" y="41639"/>
                  <a:pt x="0" y="92927"/>
                </a:cubicBezTo>
                <a:cubicBezTo>
                  <a:pt x="0" y="144215"/>
                  <a:pt x="41639" y="185854"/>
                  <a:pt x="92927" y="185854"/>
                </a:cubicBezTo>
                <a:close/>
                <a:moveTo>
                  <a:pt x="123564" y="77209"/>
                </a:moveTo>
                <a:lnTo>
                  <a:pt x="94524" y="123673"/>
                </a:lnTo>
                <a:cubicBezTo>
                  <a:pt x="92999" y="126105"/>
                  <a:pt x="90386" y="127629"/>
                  <a:pt x="87518" y="127774"/>
                </a:cubicBezTo>
                <a:cubicBezTo>
                  <a:pt x="84651" y="127920"/>
                  <a:pt x="81892" y="126613"/>
                  <a:pt x="80186" y="124290"/>
                </a:cubicBezTo>
                <a:lnTo>
                  <a:pt x="62762" y="101058"/>
                </a:lnTo>
                <a:cubicBezTo>
                  <a:pt x="59858" y="97210"/>
                  <a:pt x="60657" y="91765"/>
                  <a:pt x="64504" y="88861"/>
                </a:cubicBezTo>
                <a:cubicBezTo>
                  <a:pt x="68352" y="85957"/>
                  <a:pt x="73797" y="86756"/>
                  <a:pt x="76701" y="90604"/>
                </a:cubicBezTo>
                <a:lnTo>
                  <a:pt x="86502" y="103671"/>
                </a:lnTo>
                <a:lnTo>
                  <a:pt x="108790" y="67989"/>
                </a:lnTo>
                <a:cubicBezTo>
                  <a:pt x="111331" y="63923"/>
                  <a:pt x="116703" y="62653"/>
                  <a:pt x="120805" y="65230"/>
                </a:cubicBezTo>
                <a:cubicBezTo>
                  <a:pt x="124907" y="67808"/>
                  <a:pt x="126141" y="73144"/>
                  <a:pt x="123564" y="7724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880486" y="6426212"/>
            <a:ext cx="131026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Growth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2321</Words>
  <Application>Microsoft Office PowerPoint</Application>
  <PresentationFormat>Widescreen</PresentationFormat>
  <Paragraphs>503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Noto Sans SC</vt:lpstr>
      <vt:lpstr>Arial</vt:lpstr>
      <vt:lpstr>MiSans</vt:lpstr>
      <vt:lpstr>Quattrocento Sans</vt:lpstr>
      <vt:lpstr>Sorts Mill Goudy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Cloud-Hosted Enterprise Digital Signage System</dc:title>
  <dc:subject>Cloud-Hosted Enterprise Digital Signage System</dc:subject>
  <dc:creator>Kimi</dc:creator>
  <cp:lastModifiedBy>Ratul Islam</cp:lastModifiedBy>
  <cp:revision>3</cp:revision>
  <dcterms:created xsi:type="dcterms:W3CDTF">2026-03-31T04:59:34Z</dcterms:created>
  <dcterms:modified xsi:type="dcterms:W3CDTF">2026-03-31T10:35:43Z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{"Label":"Cloud-Hosted Enterprise Digital Signage System","ContentProducer":"001191110108MACG2KBH8F10000","ProduceID":"19d423a2-a722-8386-8000-000043db2171","ReservedCode1":"","ContentPropagator":"001191110108MACG2KBH8F20000","PropagateID":"19d423a2-a722-8386-8000-000043db2171","ReservedCode2":""}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2026-03-31T05:33:34Z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fcfa6f90-8a81-410a-8353-b93e1d7b9893</vt:lpwstr>
  </property>
  <property fmtid="{D5CDD505-2E9C-101B-9397-08002B2CF9AE}" pid="8" name="MSIP_Label_defa4170-0d19-0005-0004-bc88714345d2_ActionId">
    <vt:lpwstr>be4f5785-5e97-40e4-bd54-ed39707524fb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